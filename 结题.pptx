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1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3"/>
    <p:sldMasterId id="2147483664" r:id="rId4"/>
    <p:sldMasterId id="2147483672" r:id="rId5"/>
    <p:sldMasterId id="2147483680" r:id="rId6"/>
    <p:sldMasterId id="2147483688" r:id="rId7"/>
    <p:sldMasterId id="2147483696" r:id="rId8"/>
    <p:sldMasterId id="2147483704" r:id="rId9"/>
    <p:sldMasterId id="2147483712" r:id="rId10"/>
    <p:sldMasterId id="2147483720" r:id="rId11"/>
  </p:sldMasterIdLst>
  <p:sldIdLst>
    <p:sldId id="257" r:id="rId12"/>
    <p:sldId id="258" r:id="rId13"/>
    <p:sldId id="259" r:id="rId14"/>
    <p:sldId id="292" r:id="rId15"/>
    <p:sldId id="293" r:id="rId16"/>
    <p:sldId id="294" r:id="rId17"/>
    <p:sldId id="260" r:id="rId18"/>
    <p:sldId id="295" r:id="rId19"/>
    <p:sldId id="296" r:id="rId20"/>
    <p:sldId id="297" r:id="rId21"/>
    <p:sldId id="298" r:id="rId22"/>
    <p:sldId id="299" r:id="rId23"/>
    <p:sldId id="261" r:id="rId24"/>
    <p:sldId id="300" r:id="rId25"/>
    <p:sldId id="262" r:id="rId26"/>
    <p:sldId id="302" r:id="rId27"/>
    <p:sldId id="305" r:id="rId28"/>
    <p:sldId id="306" r:id="rId29"/>
    <p:sldId id="307" r:id="rId30"/>
    <p:sldId id="308" r:id="rId31"/>
    <p:sldId id="263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379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PTer_Tang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C1C1"/>
    <a:srgbClr val="43817D"/>
    <a:srgbClr val="3C7472"/>
    <a:srgbClr val="5EACAB"/>
    <a:srgbClr val="D9D9D9"/>
    <a:srgbClr val="FFFFFF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5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96" y="355"/>
      </p:cViewPr>
      <p:guideLst>
        <p:guide orient="horz" pos="2152"/>
        <p:guide pos="379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6" Type="http://schemas.openxmlformats.org/officeDocument/2006/relationships/commentAuthors" Target="commentAuthors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1.xml"/><Relationship Id="rId31" Type="http://schemas.openxmlformats.org/officeDocument/2006/relationships/slide" Target="slides/slide20.xml"/><Relationship Id="rId30" Type="http://schemas.openxmlformats.org/officeDocument/2006/relationships/slide" Target="slides/slide19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8.xml"/><Relationship Id="rId28" Type="http://schemas.openxmlformats.org/officeDocument/2006/relationships/slide" Target="slides/slide17.xml"/><Relationship Id="rId27" Type="http://schemas.openxmlformats.org/officeDocument/2006/relationships/slide" Target="slides/slide16.xml"/><Relationship Id="rId26" Type="http://schemas.openxmlformats.org/officeDocument/2006/relationships/slide" Target="slides/slide15.xml"/><Relationship Id="rId25" Type="http://schemas.openxmlformats.org/officeDocument/2006/relationships/slide" Target="slides/slide14.xml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20" Type="http://schemas.openxmlformats.org/officeDocument/2006/relationships/slide" Target="slides/slide9.xml"/><Relationship Id="rId2" Type="http://schemas.openxmlformats.org/officeDocument/2006/relationships/theme" Target="theme/theme1.xml"/><Relationship Id="rId19" Type="http://schemas.openxmlformats.org/officeDocument/2006/relationships/slide" Target="slides/slide8.xml"/><Relationship Id="rId18" Type="http://schemas.openxmlformats.org/officeDocument/2006/relationships/slide" Target="slides/slide7.xml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15" Type="http://schemas.openxmlformats.org/officeDocument/2006/relationships/slide" Target="slides/slide4.xml"/><Relationship Id="rId14" Type="http://schemas.openxmlformats.org/officeDocument/2006/relationships/slide" Target="slides/slide3.xml"/><Relationship Id="rId13" Type="http://schemas.openxmlformats.org/officeDocument/2006/relationships/slide" Target="slides/slide2.xml"/><Relationship Id="rId12" Type="http://schemas.openxmlformats.org/officeDocument/2006/relationships/slide" Target="slides/slide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6" Type="http://schemas.openxmlformats.org/officeDocument/2006/relationships/tags" Target="../tags/tag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6" Type="http://schemas.openxmlformats.org/officeDocument/2006/relationships/tags" Target="../tags/tag8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24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5.svg"/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6" Type="http://schemas.openxmlformats.org/officeDocument/2006/relationships/tags" Target="../tags/tag15.xml"/><Relationship Id="rId5" Type="http://schemas.openxmlformats.org/officeDocument/2006/relationships/image" Target="../media/image27.svg"/><Relationship Id="rId4" Type="http://schemas.openxmlformats.org/officeDocument/2006/relationships/image" Target="../media/image21.png"/><Relationship Id="rId3" Type="http://schemas.openxmlformats.org/officeDocument/2006/relationships/image" Target="../media/image2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2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0.svg"/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6" Type="http://schemas.openxmlformats.org/officeDocument/2006/relationships/tags" Target="../tags/tag22.xml"/><Relationship Id="rId5" Type="http://schemas.openxmlformats.org/officeDocument/2006/relationships/image" Target="../media/image32.svg"/><Relationship Id="rId4" Type="http://schemas.openxmlformats.org/officeDocument/2006/relationships/image" Target="../media/image21.png"/><Relationship Id="rId3" Type="http://schemas.openxmlformats.org/officeDocument/2006/relationships/image" Target="../media/image31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2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0.svg"/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6" Type="http://schemas.openxmlformats.org/officeDocument/2006/relationships/tags" Target="../tags/tag29.xml"/><Relationship Id="rId5" Type="http://schemas.openxmlformats.org/officeDocument/2006/relationships/image" Target="../media/image32.svg"/><Relationship Id="rId4" Type="http://schemas.openxmlformats.org/officeDocument/2006/relationships/image" Target="../media/image21.png"/><Relationship Id="rId3" Type="http://schemas.openxmlformats.org/officeDocument/2006/relationships/image" Target="../media/image31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2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0.svg"/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6" Type="http://schemas.openxmlformats.org/officeDocument/2006/relationships/tags" Target="../tags/tag36.xml"/><Relationship Id="rId5" Type="http://schemas.openxmlformats.org/officeDocument/2006/relationships/image" Target="../media/image32.svg"/><Relationship Id="rId4" Type="http://schemas.openxmlformats.org/officeDocument/2006/relationships/image" Target="../media/image21.png"/><Relationship Id="rId3" Type="http://schemas.openxmlformats.org/officeDocument/2006/relationships/image" Target="../media/image31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34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5.svg"/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6" Type="http://schemas.openxmlformats.org/officeDocument/2006/relationships/tags" Target="../tags/tag43.xml"/><Relationship Id="rId5" Type="http://schemas.openxmlformats.org/officeDocument/2006/relationships/image" Target="../media/image37.svg"/><Relationship Id="rId4" Type="http://schemas.openxmlformats.org/officeDocument/2006/relationships/image" Target="../media/image21.png"/><Relationship Id="rId3" Type="http://schemas.openxmlformats.org/officeDocument/2006/relationships/image" Target="../media/image3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34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5.svg"/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6" Type="http://schemas.openxmlformats.org/officeDocument/2006/relationships/tags" Target="../tags/tag50.xml"/><Relationship Id="rId5" Type="http://schemas.openxmlformats.org/officeDocument/2006/relationships/image" Target="../media/image37.svg"/><Relationship Id="rId4" Type="http://schemas.openxmlformats.org/officeDocument/2006/relationships/image" Target="../media/image21.png"/><Relationship Id="rId3" Type="http://schemas.openxmlformats.org/officeDocument/2006/relationships/image" Target="../media/image3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3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9.xml"/></Relationships>
</file>

<file path=ppt/slideLayouts/_rels/slideLayout60.xml.rels><?xml version="1.0" encoding="UTF-8" standalone="yes"?>
<Relationships xmlns="http://schemas.openxmlformats.org/package/2006/relationships"><Relationship Id="rId4" Type="http://schemas.openxmlformats.org/officeDocument/2006/relationships/image" Target="../media/image40.svg"/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6" Type="http://schemas.openxmlformats.org/officeDocument/2006/relationships/tags" Target="../tags/tag57.xml"/><Relationship Id="rId5" Type="http://schemas.openxmlformats.org/officeDocument/2006/relationships/image" Target="../media/image42.svg"/><Relationship Id="rId4" Type="http://schemas.openxmlformats.org/officeDocument/2006/relationships/image" Target="../media/image21.png"/><Relationship Id="rId3" Type="http://schemas.openxmlformats.org/officeDocument/2006/relationships/image" Target="../media/image41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9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9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3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0.xml"/></Relationships>
</file>

<file path=ppt/slideLayouts/_rels/slideLayout67.xml.rels><?xml version="1.0" encoding="UTF-8" standalone="yes"?>
<Relationships xmlns="http://schemas.openxmlformats.org/package/2006/relationships"><Relationship Id="rId4" Type="http://schemas.openxmlformats.org/officeDocument/2006/relationships/image" Target="../media/image40.svg"/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68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6" Type="http://schemas.openxmlformats.org/officeDocument/2006/relationships/tags" Target="../tags/tag64.xml"/><Relationship Id="rId5" Type="http://schemas.openxmlformats.org/officeDocument/2006/relationships/image" Target="../media/image42.svg"/><Relationship Id="rId4" Type="http://schemas.openxmlformats.org/officeDocument/2006/relationships/image" Target="../media/image21.png"/><Relationship Id="rId3" Type="http://schemas.openxmlformats.org/officeDocument/2006/relationships/image" Target="../media/image41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0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0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undraw_inspiration_re_ivlv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5535" y="4018280"/>
            <a:ext cx="2383790" cy="2017395"/>
          </a:xfrm>
          <a:prstGeom prst="rect">
            <a:avLst/>
          </a:prstGeom>
          <a:effectLst>
            <a:outerShdw blurRad="203200" dist="101600" dir="2700000" algn="tl" rotWithShape="0">
              <a:schemeClr val="bg1">
                <a:lumMod val="10000"/>
                <a:alpha val="30000"/>
              </a:schemeClr>
            </a:outerShdw>
          </a:effectLst>
        </p:spPr>
      </p:pic>
      <p:sp>
        <p:nvSpPr>
          <p:cNvPr id="7" name="矩形 6"/>
          <p:cNvSpPr/>
          <p:nvPr userDrawn="1"/>
        </p:nvSpPr>
        <p:spPr>
          <a:xfrm>
            <a:off x="1245235" y="4329430"/>
            <a:ext cx="3276600" cy="18440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314450" y="2162175"/>
            <a:ext cx="3829050" cy="0"/>
          </a:xfrm>
          <a:prstGeom prst="line">
            <a:avLst/>
          </a:prstGeom>
          <a:ln>
            <a:solidFill>
              <a:srgbClr val="86C1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 rot="540000">
            <a:off x="8114310" y="162330"/>
            <a:ext cx="5605145" cy="1734820"/>
            <a:chOff x="12808" y="83"/>
            <a:chExt cx="8827" cy="2732"/>
          </a:xfrm>
        </p:grpSpPr>
        <p:cxnSp>
          <p:nvCxnSpPr>
            <p:cNvPr id="11" name="直接连接符 10"/>
            <p:cNvCxnSpPr/>
            <p:nvPr/>
          </p:nvCxnSpPr>
          <p:spPr>
            <a:xfrm flipH="1">
              <a:off x="12808" y="83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12903" y="718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3005" y="1392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1223962" y="1271588"/>
            <a:ext cx="7517081" cy="914400"/>
          </a:xfrm>
          <a:noFill/>
        </p:spPr>
        <p:txBody>
          <a:bodyPr wrap="square" rtlCol="0">
            <a:noAutofit/>
          </a:bodyPr>
          <a:lstStyle>
            <a:lvl1pPr>
              <a:defRPr lang="zh-CN" altLang="en-US" sz="4000" dirty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1"/>
          </p:nvPr>
        </p:nvSpPr>
        <p:spPr>
          <a:xfrm>
            <a:off x="1223962" y="2108496"/>
            <a:ext cx="10136295" cy="914400"/>
          </a:xfrm>
          <a:noFill/>
        </p:spPr>
        <p:txBody>
          <a:bodyPr wrap="square" rtlCol="0">
            <a:noAutofit/>
          </a:bodyPr>
          <a:lstStyle>
            <a:lvl1pPr>
              <a:defRPr lang="zh-CN" altLang="en-US" sz="5400" kern="1200" dirty="0" smtClean="0">
                <a:solidFill>
                  <a:schemeClr val="accent4"/>
                </a:solidFill>
                <a:latin typeface="+mj-lt"/>
                <a:ea typeface="OPPOSans R" panose="00020600040101010101" charset="-122"/>
                <a:cs typeface="思源黑体 Regular" panose="020B0500000000000000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形 9" descr="undraw_design_data_re_0s2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3660" y="2233930"/>
            <a:ext cx="2988310" cy="3401695"/>
          </a:xfrm>
          <a:prstGeom prst="rect">
            <a:avLst/>
          </a:prstGeom>
          <a:effectLst>
            <a:outerShdw blurRad="254000" dist="1270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12" name="矩形 11"/>
          <p:cNvSpPr/>
          <p:nvPr userDrawn="1"/>
        </p:nvSpPr>
        <p:spPr>
          <a:xfrm flipH="1">
            <a:off x="1637030" y="996950"/>
            <a:ext cx="76200" cy="760730"/>
          </a:xfrm>
          <a:prstGeom prst="rect">
            <a:avLst/>
          </a:prstGeom>
          <a:solidFill>
            <a:srgbClr val="86C1C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13" name="矩形: 剪去对角 12"/>
          <p:cNvSpPr/>
          <p:nvPr userDrawn="1"/>
        </p:nvSpPr>
        <p:spPr>
          <a:xfrm>
            <a:off x="1637030" y="281495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2159635" y="2853055"/>
            <a:ext cx="5399405" cy="952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 descr="tape-145367"/>
          <p:cNvPicPr>
            <a:picLocks noChangeAspect="1"/>
          </p:cNvPicPr>
          <p:nvPr userDrawn="1"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7693660" y="668020"/>
            <a:ext cx="2865755" cy="1417955"/>
          </a:xfrm>
          <a:prstGeom prst="rect">
            <a:avLst/>
          </a:prstGeom>
        </p:spPr>
      </p:pic>
      <p:sp>
        <p:nvSpPr>
          <p:cNvPr id="16" name="矩形: 剪去对角 15"/>
          <p:cNvSpPr/>
          <p:nvPr userDrawn="1"/>
        </p:nvSpPr>
        <p:spPr>
          <a:xfrm>
            <a:off x="1637030" y="3700780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2159635" y="3738880"/>
            <a:ext cx="4147185" cy="1397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剪去对角 17"/>
          <p:cNvSpPr/>
          <p:nvPr userDrawn="1"/>
        </p:nvSpPr>
        <p:spPr>
          <a:xfrm>
            <a:off x="1637030" y="457644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 flipV="1">
            <a:off x="2159635" y="4597400"/>
            <a:ext cx="4916805" cy="1714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剪去对角 19"/>
          <p:cNvSpPr/>
          <p:nvPr userDrawn="1"/>
        </p:nvSpPr>
        <p:spPr>
          <a:xfrm>
            <a:off x="1637030" y="555942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2159635" y="5597525"/>
            <a:ext cx="5791835" cy="1143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占位符 39"/>
          <p:cNvSpPr>
            <a:spLocks noGrp="1"/>
          </p:cNvSpPr>
          <p:nvPr>
            <p:ph type="body" sz="quarter" idx="10"/>
          </p:nvPr>
        </p:nvSpPr>
        <p:spPr>
          <a:xfrm>
            <a:off x="1888241" y="840073"/>
            <a:ext cx="8395012" cy="914400"/>
          </a:xfrm>
        </p:spPr>
        <p:txBody>
          <a:bodyPr/>
          <a:lstStyle>
            <a:lvl1pPr>
              <a:defRPr lang="zh-CN" altLang="en-US" sz="4800" kern="1200" smtClean="0">
                <a:solidFill>
                  <a:schemeClr val="accent4"/>
                </a:solidFill>
                <a:latin typeface="+mj-lt"/>
                <a:ea typeface="+mj-lt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2" name="文本占位符 41"/>
          <p:cNvSpPr>
            <a:spLocks noGrp="1"/>
          </p:cNvSpPr>
          <p:nvPr>
            <p:ph type="body" sz="quarter" idx="11"/>
          </p:nvPr>
        </p:nvSpPr>
        <p:spPr>
          <a:xfrm>
            <a:off x="1530975" y="2041783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4" name="文本占位符 43"/>
          <p:cNvSpPr>
            <a:spLocks noGrp="1"/>
          </p:cNvSpPr>
          <p:nvPr>
            <p:ph type="body" sz="quarter" idx="12"/>
          </p:nvPr>
        </p:nvSpPr>
        <p:spPr>
          <a:xfrm>
            <a:off x="1548464" y="2943690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5" name="文本占位符 44"/>
          <p:cNvSpPr>
            <a:spLocks noGrp="1"/>
          </p:cNvSpPr>
          <p:nvPr>
            <p:ph type="body" sz="quarter" idx="13"/>
          </p:nvPr>
        </p:nvSpPr>
        <p:spPr>
          <a:xfrm>
            <a:off x="1550962" y="3785637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6" name="文本占位符 45"/>
          <p:cNvSpPr>
            <a:spLocks noGrp="1"/>
          </p:cNvSpPr>
          <p:nvPr>
            <p:ph type="body" sz="quarter" idx="14"/>
          </p:nvPr>
        </p:nvSpPr>
        <p:spPr>
          <a:xfrm>
            <a:off x="1538471" y="4822457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211570" y="2139950"/>
            <a:ext cx="4751070" cy="63055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 flipH="1">
            <a:off x="1637030" y="978535"/>
            <a:ext cx="76200" cy="7607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tape-145367"/>
          <p:cNvPicPr>
            <a:picLocks noChangeAspect="1"/>
          </p:cNvPicPr>
          <p:nvPr userDrawn="1"/>
        </p:nvPicPr>
        <p:blipFill>
          <a:blip r:embed="rId2">
            <a:alphaModFix amt="40000"/>
          </a:blip>
          <a:stretch>
            <a:fillRect/>
          </a:stretch>
        </p:blipFill>
        <p:spPr>
          <a:xfrm rot="3000000">
            <a:off x="8285480" y="1600200"/>
            <a:ext cx="3056890" cy="1528445"/>
          </a:xfrm>
          <a:prstGeom prst="rect">
            <a:avLst/>
          </a:prstGeom>
        </p:spPr>
      </p:pic>
      <p:pic>
        <p:nvPicPr>
          <p:cNvPr id="11" name="图形 10" descr="undraw_ideas_re_7twj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37030" y="2260600"/>
            <a:ext cx="3216275" cy="3549015"/>
          </a:xfrm>
          <a:prstGeom prst="rect">
            <a:avLst/>
          </a:prstGeom>
          <a:effectLst>
            <a:outerShdw blurRad="254000" dist="1270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14" name="文本占位符 13"/>
          <p:cNvSpPr>
            <a:spLocks noGrp="1"/>
          </p:cNvSpPr>
          <p:nvPr>
            <p:ph type="body" sz="quarter" idx="12"/>
          </p:nvPr>
        </p:nvSpPr>
        <p:spPr>
          <a:xfrm>
            <a:off x="1833277" y="830077"/>
            <a:ext cx="8395012" cy="914400"/>
          </a:xfrm>
        </p:spPr>
        <p:txBody>
          <a:bodyPr/>
          <a:lstStyle>
            <a:lvl1pPr>
              <a:defRPr lang="zh-CN" altLang="en-US" sz="48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3"/>
          </p:nvPr>
        </p:nvSpPr>
        <p:spPr>
          <a:xfrm>
            <a:off x="6253554" y="2848626"/>
            <a:ext cx="12181930" cy="914400"/>
          </a:xfrm>
        </p:spPr>
        <p:txBody>
          <a:bodyPr/>
          <a:lstStyle>
            <a:lvl1pPr>
              <a:defRPr lang="zh-CN" altLang="en-US" sz="60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2596450" y="5469836"/>
            <a:ext cx="8395012" cy="394148"/>
          </a:xfrm>
          <a:noFill/>
        </p:spPr>
        <p:txBody>
          <a:bodyPr wrap="square" rtlCol="0">
            <a:spAutoFit/>
          </a:bodyPr>
          <a:lstStyle>
            <a:lvl1pPr algn="r">
              <a:defRPr lang="zh-CN" altLang="en-US" sz="1600" dirty="0">
                <a:solidFill>
                  <a:schemeClr val="accent5"/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marL="0"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 descr="undraw_my_password_re_ydq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50300" y="3740150"/>
            <a:ext cx="2023745" cy="1971040"/>
          </a:xfrm>
          <a:prstGeom prst="rect">
            <a:avLst/>
          </a:prstGeom>
          <a:effectLst>
            <a:outerShdw blurRad="203200" dist="1016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pic>
        <p:nvPicPr>
          <p:cNvPr id="9" name="图形 8" descr="undraw_portfolio_website_re_jsdd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245235" y="1139825"/>
            <a:ext cx="2332355" cy="1564640"/>
          </a:xfrm>
          <a:prstGeom prst="rect">
            <a:avLst/>
          </a:prstGeom>
          <a:effectLst>
            <a:outerShdw blurRad="203200" dist="1016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10" name="矩形 9"/>
          <p:cNvSpPr/>
          <p:nvPr userDrawn="1"/>
        </p:nvSpPr>
        <p:spPr>
          <a:xfrm>
            <a:off x="1245235" y="5164455"/>
            <a:ext cx="2332355" cy="5467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 rot="540000">
            <a:off x="8733155" y="653415"/>
            <a:ext cx="4686300" cy="1557020"/>
            <a:chOff x="12808" y="83"/>
            <a:chExt cx="8827" cy="2732"/>
          </a:xfrm>
        </p:grpSpPr>
        <p:cxnSp>
          <p:nvCxnSpPr>
            <p:cNvPr id="12" name="直接连接符 11"/>
            <p:cNvCxnSpPr/>
            <p:nvPr/>
          </p:nvCxnSpPr>
          <p:spPr>
            <a:xfrm flipH="1">
              <a:off x="12808" y="83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2903" y="718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13005" y="1392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 descr="tape-145367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alphaModFix amt="40000"/>
          </a:blip>
          <a:stretch>
            <a:fillRect/>
          </a:stretch>
        </p:blipFill>
        <p:spPr>
          <a:xfrm rot="3120000">
            <a:off x="12065" y="4385945"/>
            <a:ext cx="2515235" cy="1257935"/>
          </a:xfrm>
          <a:prstGeom prst="rect">
            <a:avLst/>
          </a:prstGeom>
        </p:spPr>
      </p:pic>
      <p:sp>
        <p:nvSpPr>
          <p:cNvPr id="18" name="文本占位符 17"/>
          <p:cNvSpPr>
            <a:spLocks noGrp="1"/>
          </p:cNvSpPr>
          <p:nvPr>
            <p:ph type="body" sz="quarter" idx="10"/>
          </p:nvPr>
        </p:nvSpPr>
        <p:spPr>
          <a:xfrm>
            <a:off x="3734795" y="2697055"/>
            <a:ext cx="9423265" cy="1409996"/>
          </a:xfrm>
        </p:spPr>
        <p:txBody>
          <a:bodyPr/>
          <a:lstStyle>
            <a:lvl1pPr>
              <a:defRPr lang="zh-CN" altLang="en-US" sz="5400" kern="1200" dirty="0" smtClean="0">
                <a:solidFill>
                  <a:schemeClr val="accent4"/>
                </a:solidFill>
                <a:latin typeface="+mn-lt"/>
                <a:ea typeface="+mn-lt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3Column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形状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440603" y="182445"/>
            <a:ext cx="1657138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153012" y="759876"/>
            <a:ext cx="7074345" cy="53991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4153012" y="182445"/>
            <a:ext cx="2259871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440603" y="759873"/>
            <a:ext cx="1657138" cy="44026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65" b="0" i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 hasCustomPrompt="1"/>
          </p:nvPr>
        </p:nvSpPr>
        <p:spPr>
          <a:xfrm>
            <a:off x="440603" y="1490309"/>
            <a:ext cx="1657138" cy="460781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2377999" y="182445"/>
            <a:ext cx="1494754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7" hasCustomPrompt="1"/>
          </p:nvPr>
        </p:nvSpPr>
        <p:spPr>
          <a:xfrm>
            <a:off x="2378000" y="759876"/>
            <a:ext cx="1494754" cy="53991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undraw_inspiration_re_ivlv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5535" y="4018280"/>
            <a:ext cx="2383790" cy="2017395"/>
          </a:xfrm>
          <a:prstGeom prst="rect">
            <a:avLst/>
          </a:prstGeom>
          <a:effectLst>
            <a:outerShdw blurRad="203200" dist="101600" dir="2700000" algn="tl" rotWithShape="0">
              <a:schemeClr val="bg1">
                <a:lumMod val="10000"/>
                <a:alpha val="30000"/>
              </a:schemeClr>
            </a:outerShdw>
          </a:effectLst>
        </p:spPr>
      </p:pic>
      <p:sp>
        <p:nvSpPr>
          <p:cNvPr id="7" name="矩形 6"/>
          <p:cNvSpPr/>
          <p:nvPr userDrawn="1"/>
        </p:nvSpPr>
        <p:spPr>
          <a:xfrm>
            <a:off x="1245235" y="4329430"/>
            <a:ext cx="3276600" cy="18440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314450" y="2162175"/>
            <a:ext cx="3829050" cy="0"/>
          </a:xfrm>
          <a:prstGeom prst="line">
            <a:avLst/>
          </a:prstGeom>
          <a:ln>
            <a:solidFill>
              <a:srgbClr val="86C1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 rot="540000">
            <a:off x="8114310" y="162330"/>
            <a:ext cx="5605145" cy="1734820"/>
            <a:chOff x="12808" y="83"/>
            <a:chExt cx="8827" cy="2732"/>
          </a:xfrm>
        </p:grpSpPr>
        <p:cxnSp>
          <p:nvCxnSpPr>
            <p:cNvPr id="11" name="直接连接符 10"/>
            <p:cNvCxnSpPr/>
            <p:nvPr/>
          </p:nvCxnSpPr>
          <p:spPr>
            <a:xfrm flipH="1">
              <a:off x="12808" y="83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12903" y="718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3005" y="1392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1223962" y="1271588"/>
            <a:ext cx="7517081" cy="914400"/>
          </a:xfrm>
          <a:noFill/>
        </p:spPr>
        <p:txBody>
          <a:bodyPr wrap="square" rtlCol="0">
            <a:noAutofit/>
          </a:bodyPr>
          <a:lstStyle>
            <a:lvl1pPr>
              <a:defRPr lang="zh-CN" altLang="en-US" sz="4000" dirty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1"/>
          </p:nvPr>
        </p:nvSpPr>
        <p:spPr>
          <a:xfrm>
            <a:off x="1223962" y="2108496"/>
            <a:ext cx="10136295" cy="914400"/>
          </a:xfrm>
          <a:noFill/>
        </p:spPr>
        <p:txBody>
          <a:bodyPr wrap="square" rtlCol="0">
            <a:noAutofit/>
          </a:bodyPr>
          <a:lstStyle>
            <a:lvl1pPr>
              <a:defRPr lang="zh-CN" altLang="en-US" sz="5400" kern="1200" dirty="0" smtClean="0">
                <a:solidFill>
                  <a:schemeClr val="accent4"/>
                </a:solidFill>
                <a:latin typeface="+mj-lt"/>
                <a:ea typeface="OPPOSans R" panose="00020600040101010101" charset="-122"/>
                <a:cs typeface="思源黑体 Regular" panose="020B0500000000000000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形 9" descr="undraw_design_data_re_0s2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3660" y="2233930"/>
            <a:ext cx="2988310" cy="3401695"/>
          </a:xfrm>
          <a:prstGeom prst="rect">
            <a:avLst/>
          </a:prstGeom>
          <a:effectLst>
            <a:outerShdw blurRad="254000" dist="1270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12" name="矩形 11"/>
          <p:cNvSpPr/>
          <p:nvPr userDrawn="1"/>
        </p:nvSpPr>
        <p:spPr>
          <a:xfrm flipH="1">
            <a:off x="1637030" y="996950"/>
            <a:ext cx="76200" cy="760730"/>
          </a:xfrm>
          <a:prstGeom prst="rect">
            <a:avLst/>
          </a:prstGeom>
          <a:solidFill>
            <a:srgbClr val="86C1C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13" name="矩形: 剪去对角 12"/>
          <p:cNvSpPr/>
          <p:nvPr userDrawn="1"/>
        </p:nvSpPr>
        <p:spPr>
          <a:xfrm>
            <a:off x="1637030" y="281495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2159635" y="2853055"/>
            <a:ext cx="5399405" cy="952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 descr="tape-145367"/>
          <p:cNvPicPr>
            <a:picLocks noChangeAspect="1"/>
          </p:cNvPicPr>
          <p:nvPr userDrawn="1"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7693660" y="668020"/>
            <a:ext cx="2865755" cy="1417955"/>
          </a:xfrm>
          <a:prstGeom prst="rect">
            <a:avLst/>
          </a:prstGeom>
        </p:spPr>
      </p:pic>
      <p:sp>
        <p:nvSpPr>
          <p:cNvPr id="16" name="矩形: 剪去对角 15"/>
          <p:cNvSpPr/>
          <p:nvPr userDrawn="1"/>
        </p:nvSpPr>
        <p:spPr>
          <a:xfrm>
            <a:off x="1637030" y="3700780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2159635" y="3738880"/>
            <a:ext cx="4147185" cy="1397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剪去对角 17"/>
          <p:cNvSpPr/>
          <p:nvPr userDrawn="1"/>
        </p:nvSpPr>
        <p:spPr>
          <a:xfrm>
            <a:off x="1637030" y="457644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 flipV="1">
            <a:off x="2159635" y="4597400"/>
            <a:ext cx="4916805" cy="1714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剪去对角 19"/>
          <p:cNvSpPr/>
          <p:nvPr userDrawn="1"/>
        </p:nvSpPr>
        <p:spPr>
          <a:xfrm>
            <a:off x="1637030" y="555942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2159635" y="5597525"/>
            <a:ext cx="5791835" cy="1143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占位符 39"/>
          <p:cNvSpPr>
            <a:spLocks noGrp="1"/>
          </p:cNvSpPr>
          <p:nvPr>
            <p:ph type="body" sz="quarter" idx="10"/>
          </p:nvPr>
        </p:nvSpPr>
        <p:spPr>
          <a:xfrm>
            <a:off x="1888241" y="840073"/>
            <a:ext cx="8395012" cy="914400"/>
          </a:xfrm>
        </p:spPr>
        <p:txBody>
          <a:bodyPr/>
          <a:lstStyle>
            <a:lvl1pPr>
              <a:defRPr lang="zh-CN" altLang="en-US" sz="4800" kern="1200" smtClean="0">
                <a:solidFill>
                  <a:schemeClr val="accent4"/>
                </a:solidFill>
                <a:latin typeface="+mj-lt"/>
                <a:ea typeface="+mj-lt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2" name="文本占位符 41"/>
          <p:cNvSpPr>
            <a:spLocks noGrp="1"/>
          </p:cNvSpPr>
          <p:nvPr>
            <p:ph type="body" sz="quarter" idx="11"/>
          </p:nvPr>
        </p:nvSpPr>
        <p:spPr>
          <a:xfrm>
            <a:off x="1530975" y="2041783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4" name="文本占位符 43"/>
          <p:cNvSpPr>
            <a:spLocks noGrp="1"/>
          </p:cNvSpPr>
          <p:nvPr>
            <p:ph type="body" sz="quarter" idx="12"/>
          </p:nvPr>
        </p:nvSpPr>
        <p:spPr>
          <a:xfrm>
            <a:off x="1548464" y="2943690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5" name="文本占位符 44"/>
          <p:cNvSpPr>
            <a:spLocks noGrp="1"/>
          </p:cNvSpPr>
          <p:nvPr>
            <p:ph type="body" sz="quarter" idx="13"/>
          </p:nvPr>
        </p:nvSpPr>
        <p:spPr>
          <a:xfrm>
            <a:off x="1550962" y="3785637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6" name="文本占位符 45"/>
          <p:cNvSpPr>
            <a:spLocks noGrp="1"/>
          </p:cNvSpPr>
          <p:nvPr>
            <p:ph type="body" sz="quarter" idx="14"/>
          </p:nvPr>
        </p:nvSpPr>
        <p:spPr>
          <a:xfrm>
            <a:off x="1538471" y="4822457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211570" y="2139950"/>
            <a:ext cx="4751070" cy="63055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 flipH="1">
            <a:off x="1637030" y="978535"/>
            <a:ext cx="76200" cy="7607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tape-145367"/>
          <p:cNvPicPr>
            <a:picLocks noChangeAspect="1"/>
          </p:cNvPicPr>
          <p:nvPr userDrawn="1"/>
        </p:nvPicPr>
        <p:blipFill>
          <a:blip r:embed="rId2">
            <a:alphaModFix amt="40000"/>
          </a:blip>
          <a:stretch>
            <a:fillRect/>
          </a:stretch>
        </p:blipFill>
        <p:spPr>
          <a:xfrm rot="3000000">
            <a:off x="8285480" y="1600200"/>
            <a:ext cx="3056890" cy="1528445"/>
          </a:xfrm>
          <a:prstGeom prst="rect">
            <a:avLst/>
          </a:prstGeom>
        </p:spPr>
      </p:pic>
      <p:pic>
        <p:nvPicPr>
          <p:cNvPr id="11" name="图形 10" descr="undraw_ideas_re_7twj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37030" y="2260600"/>
            <a:ext cx="3216275" cy="3549015"/>
          </a:xfrm>
          <a:prstGeom prst="rect">
            <a:avLst/>
          </a:prstGeom>
          <a:effectLst>
            <a:outerShdw blurRad="254000" dist="1270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14" name="文本占位符 13"/>
          <p:cNvSpPr>
            <a:spLocks noGrp="1"/>
          </p:cNvSpPr>
          <p:nvPr>
            <p:ph type="body" sz="quarter" idx="12"/>
          </p:nvPr>
        </p:nvSpPr>
        <p:spPr>
          <a:xfrm>
            <a:off x="1833277" y="830077"/>
            <a:ext cx="8395012" cy="914400"/>
          </a:xfrm>
        </p:spPr>
        <p:txBody>
          <a:bodyPr/>
          <a:lstStyle>
            <a:lvl1pPr>
              <a:defRPr lang="zh-CN" altLang="en-US" sz="48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3"/>
          </p:nvPr>
        </p:nvSpPr>
        <p:spPr>
          <a:xfrm>
            <a:off x="6253554" y="2848626"/>
            <a:ext cx="12181930" cy="914400"/>
          </a:xfrm>
        </p:spPr>
        <p:txBody>
          <a:bodyPr/>
          <a:lstStyle>
            <a:lvl1pPr>
              <a:defRPr lang="zh-CN" altLang="en-US" sz="60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2596450" y="5469836"/>
            <a:ext cx="8395012" cy="394148"/>
          </a:xfrm>
          <a:noFill/>
        </p:spPr>
        <p:txBody>
          <a:bodyPr wrap="square" rtlCol="0">
            <a:spAutoFit/>
          </a:bodyPr>
          <a:lstStyle>
            <a:lvl1pPr algn="r">
              <a:defRPr lang="zh-CN" altLang="en-US" sz="1600" dirty="0">
                <a:solidFill>
                  <a:schemeClr val="accent5"/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marL="0"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 descr="undraw_my_password_re_ydq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50300" y="3740150"/>
            <a:ext cx="2023745" cy="1971040"/>
          </a:xfrm>
          <a:prstGeom prst="rect">
            <a:avLst/>
          </a:prstGeom>
          <a:effectLst>
            <a:outerShdw blurRad="203200" dist="1016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pic>
        <p:nvPicPr>
          <p:cNvPr id="9" name="图形 8" descr="undraw_portfolio_website_re_jsdd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245235" y="1139825"/>
            <a:ext cx="2332355" cy="1564640"/>
          </a:xfrm>
          <a:prstGeom prst="rect">
            <a:avLst/>
          </a:prstGeom>
          <a:effectLst>
            <a:outerShdw blurRad="203200" dist="1016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10" name="矩形 9"/>
          <p:cNvSpPr/>
          <p:nvPr userDrawn="1"/>
        </p:nvSpPr>
        <p:spPr>
          <a:xfrm>
            <a:off x="1245235" y="5164455"/>
            <a:ext cx="2332355" cy="5467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 rot="540000">
            <a:off x="8733155" y="653415"/>
            <a:ext cx="4686300" cy="1557020"/>
            <a:chOff x="12808" y="83"/>
            <a:chExt cx="8827" cy="2732"/>
          </a:xfrm>
        </p:grpSpPr>
        <p:cxnSp>
          <p:nvCxnSpPr>
            <p:cNvPr id="12" name="直接连接符 11"/>
            <p:cNvCxnSpPr/>
            <p:nvPr/>
          </p:nvCxnSpPr>
          <p:spPr>
            <a:xfrm flipH="1">
              <a:off x="12808" y="83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2903" y="718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13005" y="1392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 descr="tape-145367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alphaModFix amt="40000"/>
          </a:blip>
          <a:stretch>
            <a:fillRect/>
          </a:stretch>
        </p:blipFill>
        <p:spPr>
          <a:xfrm rot="3120000">
            <a:off x="12065" y="4385945"/>
            <a:ext cx="2515235" cy="1257935"/>
          </a:xfrm>
          <a:prstGeom prst="rect">
            <a:avLst/>
          </a:prstGeom>
        </p:spPr>
      </p:pic>
      <p:sp>
        <p:nvSpPr>
          <p:cNvPr id="18" name="文本占位符 17"/>
          <p:cNvSpPr>
            <a:spLocks noGrp="1"/>
          </p:cNvSpPr>
          <p:nvPr>
            <p:ph type="body" sz="quarter" idx="10"/>
          </p:nvPr>
        </p:nvSpPr>
        <p:spPr>
          <a:xfrm>
            <a:off x="3734795" y="2697055"/>
            <a:ext cx="9423265" cy="1409996"/>
          </a:xfrm>
        </p:spPr>
        <p:txBody>
          <a:bodyPr/>
          <a:lstStyle>
            <a:lvl1pPr>
              <a:defRPr lang="zh-CN" altLang="en-US" sz="5400" kern="1200" dirty="0" smtClean="0">
                <a:solidFill>
                  <a:schemeClr val="accent4"/>
                </a:solidFill>
                <a:latin typeface="+mn-lt"/>
                <a:ea typeface="+mn-lt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3Column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形状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440603" y="182445"/>
            <a:ext cx="1657138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153012" y="759876"/>
            <a:ext cx="7074345" cy="53991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4153012" y="182445"/>
            <a:ext cx="2259871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440603" y="759873"/>
            <a:ext cx="1657138" cy="44026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65" b="0" i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 hasCustomPrompt="1"/>
          </p:nvPr>
        </p:nvSpPr>
        <p:spPr>
          <a:xfrm>
            <a:off x="440603" y="1490309"/>
            <a:ext cx="1657138" cy="460781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2377999" y="182445"/>
            <a:ext cx="1494754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7" hasCustomPrompt="1"/>
          </p:nvPr>
        </p:nvSpPr>
        <p:spPr>
          <a:xfrm>
            <a:off x="2378000" y="759876"/>
            <a:ext cx="1494754" cy="53991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undraw_inspiration_re_ivlv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5535" y="4018280"/>
            <a:ext cx="2383790" cy="2017395"/>
          </a:xfrm>
          <a:prstGeom prst="rect">
            <a:avLst/>
          </a:prstGeom>
          <a:effectLst>
            <a:outerShdw blurRad="203200" dist="101600" dir="2700000" algn="tl" rotWithShape="0">
              <a:schemeClr val="bg1">
                <a:lumMod val="10000"/>
                <a:alpha val="30000"/>
              </a:schemeClr>
            </a:outerShdw>
          </a:effectLst>
        </p:spPr>
      </p:pic>
      <p:sp>
        <p:nvSpPr>
          <p:cNvPr id="7" name="矩形 6"/>
          <p:cNvSpPr/>
          <p:nvPr userDrawn="1"/>
        </p:nvSpPr>
        <p:spPr>
          <a:xfrm>
            <a:off x="1245235" y="4329430"/>
            <a:ext cx="3276600" cy="18440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314450" y="2162175"/>
            <a:ext cx="3829050" cy="0"/>
          </a:xfrm>
          <a:prstGeom prst="line">
            <a:avLst/>
          </a:prstGeom>
          <a:ln>
            <a:solidFill>
              <a:srgbClr val="86C1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 rot="540000">
            <a:off x="8114310" y="162330"/>
            <a:ext cx="5605145" cy="1734820"/>
            <a:chOff x="12808" y="83"/>
            <a:chExt cx="8827" cy="2732"/>
          </a:xfrm>
        </p:grpSpPr>
        <p:cxnSp>
          <p:nvCxnSpPr>
            <p:cNvPr id="11" name="直接连接符 10"/>
            <p:cNvCxnSpPr/>
            <p:nvPr/>
          </p:nvCxnSpPr>
          <p:spPr>
            <a:xfrm flipH="1">
              <a:off x="12808" y="83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12903" y="718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3005" y="1392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1223962" y="1271588"/>
            <a:ext cx="7517081" cy="914400"/>
          </a:xfrm>
          <a:noFill/>
        </p:spPr>
        <p:txBody>
          <a:bodyPr wrap="square" rtlCol="0">
            <a:noAutofit/>
          </a:bodyPr>
          <a:lstStyle>
            <a:lvl1pPr>
              <a:defRPr lang="zh-CN" altLang="en-US" sz="4000" dirty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1"/>
          </p:nvPr>
        </p:nvSpPr>
        <p:spPr>
          <a:xfrm>
            <a:off x="1223962" y="2108496"/>
            <a:ext cx="10136295" cy="914400"/>
          </a:xfrm>
          <a:noFill/>
        </p:spPr>
        <p:txBody>
          <a:bodyPr wrap="square" rtlCol="0">
            <a:noAutofit/>
          </a:bodyPr>
          <a:lstStyle>
            <a:lvl1pPr>
              <a:defRPr lang="zh-CN" altLang="en-US" sz="5400" kern="1200" dirty="0" smtClean="0">
                <a:solidFill>
                  <a:schemeClr val="accent4"/>
                </a:solidFill>
                <a:latin typeface="+mj-lt"/>
                <a:ea typeface="OPPOSans R" panose="00020600040101010101" charset="-122"/>
                <a:cs typeface="思源黑体 Regular" panose="020B0500000000000000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形 9" descr="undraw_design_data_re_0s2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3660" y="2233930"/>
            <a:ext cx="2988310" cy="3401695"/>
          </a:xfrm>
          <a:prstGeom prst="rect">
            <a:avLst/>
          </a:prstGeom>
          <a:effectLst>
            <a:outerShdw blurRad="254000" dist="1270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12" name="矩形 11"/>
          <p:cNvSpPr/>
          <p:nvPr userDrawn="1"/>
        </p:nvSpPr>
        <p:spPr>
          <a:xfrm flipH="1">
            <a:off x="1637030" y="996950"/>
            <a:ext cx="76200" cy="760730"/>
          </a:xfrm>
          <a:prstGeom prst="rect">
            <a:avLst/>
          </a:prstGeom>
          <a:solidFill>
            <a:srgbClr val="86C1C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13" name="矩形: 剪去对角 12"/>
          <p:cNvSpPr/>
          <p:nvPr userDrawn="1"/>
        </p:nvSpPr>
        <p:spPr>
          <a:xfrm>
            <a:off x="1637030" y="281495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2159635" y="2853055"/>
            <a:ext cx="5399405" cy="952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 descr="tape-145367"/>
          <p:cNvPicPr>
            <a:picLocks noChangeAspect="1"/>
          </p:cNvPicPr>
          <p:nvPr userDrawn="1"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7693660" y="668020"/>
            <a:ext cx="2865755" cy="1417955"/>
          </a:xfrm>
          <a:prstGeom prst="rect">
            <a:avLst/>
          </a:prstGeom>
        </p:spPr>
      </p:pic>
      <p:sp>
        <p:nvSpPr>
          <p:cNvPr id="16" name="矩形: 剪去对角 15"/>
          <p:cNvSpPr/>
          <p:nvPr userDrawn="1"/>
        </p:nvSpPr>
        <p:spPr>
          <a:xfrm>
            <a:off x="1637030" y="3700780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2159635" y="3738880"/>
            <a:ext cx="4147185" cy="1397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剪去对角 17"/>
          <p:cNvSpPr/>
          <p:nvPr userDrawn="1"/>
        </p:nvSpPr>
        <p:spPr>
          <a:xfrm>
            <a:off x="1637030" y="457644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 flipV="1">
            <a:off x="2159635" y="4597400"/>
            <a:ext cx="4916805" cy="1714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剪去对角 19"/>
          <p:cNvSpPr/>
          <p:nvPr userDrawn="1"/>
        </p:nvSpPr>
        <p:spPr>
          <a:xfrm>
            <a:off x="1637030" y="555942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2159635" y="5597525"/>
            <a:ext cx="5791835" cy="1143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占位符 39"/>
          <p:cNvSpPr>
            <a:spLocks noGrp="1"/>
          </p:cNvSpPr>
          <p:nvPr>
            <p:ph type="body" sz="quarter" idx="10"/>
          </p:nvPr>
        </p:nvSpPr>
        <p:spPr>
          <a:xfrm>
            <a:off x="1888241" y="840073"/>
            <a:ext cx="8395012" cy="914400"/>
          </a:xfrm>
        </p:spPr>
        <p:txBody>
          <a:bodyPr/>
          <a:lstStyle>
            <a:lvl1pPr>
              <a:defRPr lang="zh-CN" altLang="en-US" sz="4800" kern="1200" smtClean="0">
                <a:solidFill>
                  <a:schemeClr val="accent4"/>
                </a:solidFill>
                <a:latin typeface="+mj-lt"/>
                <a:ea typeface="+mj-lt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2" name="文本占位符 41"/>
          <p:cNvSpPr>
            <a:spLocks noGrp="1"/>
          </p:cNvSpPr>
          <p:nvPr>
            <p:ph type="body" sz="quarter" idx="11"/>
          </p:nvPr>
        </p:nvSpPr>
        <p:spPr>
          <a:xfrm>
            <a:off x="1530975" y="2041783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4" name="文本占位符 43"/>
          <p:cNvSpPr>
            <a:spLocks noGrp="1"/>
          </p:cNvSpPr>
          <p:nvPr>
            <p:ph type="body" sz="quarter" idx="12"/>
          </p:nvPr>
        </p:nvSpPr>
        <p:spPr>
          <a:xfrm>
            <a:off x="1548464" y="2943690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5" name="文本占位符 44"/>
          <p:cNvSpPr>
            <a:spLocks noGrp="1"/>
          </p:cNvSpPr>
          <p:nvPr>
            <p:ph type="body" sz="quarter" idx="13"/>
          </p:nvPr>
        </p:nvSpPr>
        <p:spPr>
          <a:xfrm>
            <a:off x="1550962" y="3785637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6" name="文本占位符 45"/>
          <p:cNvSpPr>
            <a:spLocks noGrp="1"/>
          </p:cNvSpPr>
          <p:nvPr>
            <p:ph type="body" sz="quarter" idx="14"/>
          </p:nvPr>
        </p:nvSpPr>
        <p:spPr>
          <a:xfrm>
            <a:off x="1538471" y="4822457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211570" y="2139950"/>
            <a:ext cx="4751070" cy="63055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 flipH="1">
            <a:off x="1637030" y="978535"/>
            <a:ext cx="76200" cy="7607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tape-145367"/>
          <p:cNvPicPr>
            <a:picLocks noChangeAspect="1"/>
          </p:cNvPicPr>
          <p:nvPr userDrawn="1"/>
        </p:nvPicPr>
        <p:blipFill>
          <a:blip r:embed="rId2">
            <a:alphaModFix amt="40000"/>
          </a:blip>
          <a:stretch>
            <a:fillRect/>
          </a:stretch>
        </p:blipFill>
        <p:spPr>
          <a:xfrm rot="3000000">
            <a:off x="8285480" y="1600200"/>
            <a:ext cx="3056890" cy="1528445"/>
          </a:xfrm>
          <a:prstGeom prst="rect">
            <a:avLst/>
          </a:prstGeom>
        </p:spPr>
      </p:pic>
      <p:pic>
        <p:nvPicPr>
          <p:cNvPr id="11" name="图形 10" descr="undraw_ideas_re_7twj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37030" y="2260600"/>
            <a:ext cx="3216275" cy="3549015"/>
          </a:xfrm>
          <a:prstGeom prst="rect">
            <a:avLst/>
          </a:prstGeom>
          <a:effectLst>
            <a:outerShdw blurRad="254000" dist="1270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14" name="文本占位符 13"/>
          <p:cNvSpPr>
            <a:spLocks noGrp="1"/>
          </p:cNvSpPr>
          <p:nvPr>
            <p:ph type="body" sz="quarter" idx="12"/>
          </p:nvPr>
        </p:nvSpPr>
        <p:spPr>
          <a:xfrm>
            <a:off x="1833277" y="830077"/>
            <a:ext cx="8395012" cy="914400"/>
          </a:xfrm>
        </p:spPr>
        <p:txBody>
          <a:bodyPr/>
          <a:lstStyle>
            <a:lvl1pPr>
              <a:defRPr lang="zh-CN" altLang="en-US" sz="48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3"/>
          </p:nvPr>
        </p:nvSpPr>
        <p:spPr>
          <a:xfrm>
            <a:off x="6253554" y="2848626"/>
            <a:ext cx="12181930" cy="914400"/>
          </a:xfrm>
        </p:spPr>
        <p:txBody>
          <a:bodyPr/>
          <a:lstStyle>
            <a:lvl1pPr>
              <a:defRPr lang="zh-CN" altLang="en-US" sz="60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2596450" y="5469836"/>
            <a:ext cx="8395012" cy="394148"/>
          </a:xfrm>
          <a:noFill/>
        </p:spPr>
        <p:txBody>
          <a:bodyPr wrap="square" rtlCol="0">
            <a:spAutoFit/>
          </a:bodyPr>
          <a:lstStyle>
            <a:lvl1pPr algn="r">
              <a:defRPr lang="zh-CN" altLang="en-US" sz="1600" dirty="0">
                <a:solidFill>
                  <a:schemeClr val="accent5"/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marL="0"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 descr="undraw_my_password_re_ydq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50300" y="3740150"/>
            <a:ext cx="2023745" cy="1971040"/>
          </a:xfrm>
          <a:prstGeom prst="rect">
            <a:avLst/>
          </a:prstGeom>
          <a:effectLst>
            <a:outerShdw blurRad="203200" dist="1016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pic>
        <p:nvPicPr>
          <p:cNvPr id="9" name="图形 8" descr="undraw_portfolio_website_re_jsdd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245235" y="1139825"/>
            <a:ext cx="2332355" cy="1564640"/>
          </a:xfrm>
          <a:prstGeom prst="rect">
            <a:avLst/>
          </a:prstGeom>
          <a:effectLst>
            <a:outerShdw blurRad="203200" dist="1016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10" name="矩形 9"/>
          <p:cNvSpPr/>
          <p:nvPr userDrawn="1"/>
        </p:nvSpPr>
        <p:spPr>
          <a:xfrm>
            <a:off x="1245235" y="5164455"/>
            <a:ext cx="2332355" cy="5467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 rot="540000">
            <a:off x="8733155" y="653415"/>
            <a:ext cx="4686300" cy="1557020"/>
            <a:chOff x="12808" y="83"/>
            <a:chExt cx="8827" cy="2732"/>
          </a:xfrm>
        </p:grpSpPr>
        <p:cxnSp>
          <p:nvCxnSpPr>
            <p:cNvPr id="12" name="直接连接符 11"/>
            <p:cNvCxnSpPr/>
            <p:nvPr/>
          </p:nvCxnSpPr>
          <p:spPr>
            <a:xfrm flipH="1">
              <a:off x="12808" y="83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2903" y="718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13005" y="1392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 descr="tape-145367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alphaModFix amt="40000"/>
          </a:blip>
          <a:stretch>
            <a:fillRect/>
          </a:stretch>
        </p:blipFill>
        <p:spPr>
          <a:xfrm rot="3120000">
            <a:off x="12065" y="4385945"/>
            <a:ext cx="2515235" cy="1257935"/>
          </a:xfrm>
          <a:prstGeom prst="rect">
            <a:avLst/>
          </a:prstGeom>
        </p:spPr>
      </p:pic>
      <p:sp>
        <p:nvSpPr>
          <p:cNvPr id="18" name="文本占位符 17"/>
          <p:cNvSpPr>
            <a:spLocks noGrp="1"/>
          </p:cNvSpPr>
          <p:nvPr>
            <p:ph type="body" sz="quarter" idx="10"/>
          </p:nvPr>
        </p:nvSpPr>
        <p:spPr>
          <a:xfrm>
            <a:off x="3734795" y="2697055"/>
            <a:ext cx="9423265" cy="1409996"/>
          </a:xfrm>
        </p:spPr>
        <p:txBody>
          <a:bodyPr/>
          <a:lstStyle>
            <a:lvl1pPr>
              <a:defRPr lang="zh-CN" altLang="en-US" sz="5400" kern="1200" dirty="0" smtClean="0">
                <a:solidFill>
                  <a:schemeClr val="accent4"/>
                </a:solidFill>
                <a:latin typeface="+mn-lt"/>
                <a:ea typeface="+mn-lt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3Column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形状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440603" y="182445"/>
            <a:ext cx="1657138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153012" y="759876"/>
            <a:ext cx="7074345" cy="53991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4153012" y="182445"/>
            <a:ext cx="2259871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440603" y="759873"/>
            <a:ext cx="1657138" cy="44026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65" b="0" i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 hasCustomPrompt="1"/>
          </p:nvPr>
        </p:nvSpPr>
        <p:spPr>
          <a:xfrm>
            <a:off x="440603" y="1490309"/>
            <a:ext cx="1657138" cy="460781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2377999" y="182445"/>
            <a:ext cx="1494754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7" hasCustomPrompt="1"/>
          </p:nvPr>
        </p:nvSpPr>
        <p:spPr>
          <a:xfrm>
            <a:off x="2378000" y="759876"/>
            <a:ext cx="1494754" cy="53991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undraw_inspiration_re_ivlv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5535" y="4018280"/>
            <a:ext cx="2383790" cy="2017395"/>
          </a:xfrm>
          <a:prstGeom prst="rect">
            <a:avLst/>
          </a:prstGeom>
          <a:effectLst>
            <a:outerShdw blurRad="203200" dist="101600" dir="2700000" algn="tl" rotWithShape="0">
              <a:schemeClr val="bg1">
                <a:lumMod val="10000"/>
                <a:alpha val="30000"/>
              </a:schemeClr>
            </a:outerShdw>
          </a:effectLst>
        </p:spPr>
      </p:pic>
      <p:sp>
        <p:nvSpPr>
          <p:cNvPr id="7" name="矩形 6"/>
          <p:cNvSpPr/>
          <p:nvPr userDrawn="1"/>
        </p:nvSpPr>
        <p:spPr>
          <a:xfrm>
            <a:off x="1245235" y="4329430"/>
            <a:ext cx="3276600" cy="18440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314450" y="2162175"/>
            <a:ext cx="3829050" cy="0"/>
          </a:xfrm>
          <a:prstGeom prst="line">
            <a:avLst/>
          </a:prstGeom>
          <a:ln>
            <a:solidFill>
              <a:srgbClr val="86C1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 rot="540000">
            <a:off x="8114310" y="162330"/>
            <a:ext cx="5605145" cy="1734820"/>
            <a:chOff x="12808" y="83"/>
            <a:chExt cx="8827" cy="2732"/>
          </a:xfrm>
        </p:grpSpPr>
        <p:cxnSp>
          <p:nvCxnSpPr>
            <p:cNvPr id="11" name="直接连接符 10"/>
            <p:cNvCxnSpPr/>
            <p:nvPr/>
          </p:nvCxnSpPr>
          <p:spPr>
            <a:xfrm flipH="1">
              <a:off x="12808" y="83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12903" y="718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3005" y="1392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1223962" y="1271588"/>
            <a:ext cx="7517081" cy="914400"/>
          </a:xfrm>
          <a:noFill/>
        </p:spPr>
        <p:txBody>
          <a:bodyPr wrap="square" rtlCol="0">
            <a:noAutofit/>
          </a:bodyPr>
          <a:lstStyle>
            <a:lvl1pPr>
              <a:defRPr lang="zh-CN" altLang="en-US" sz="4000" dirty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1"/>
          </p:nvPr>
        </p:nvSpPr>
        <p:spPr>
          <a:xfrm>
            <a:off x="1223962" y="2108496"/>
            <a:ext cx="10136295" cy="914400"/>
          </a:xfrm>
          <a:noFill/>
        </p:spPr>
        <p:txBody>
          <a:bodyPr wrap="square" rtlCol="0">
            <a:noAutofit/>
          </a:bodyPr>
          <a:lstStyle>
            <a:lvl1pPr>
              <a:defRPr lang="zh-CN" altLang="en-US" sz="5400" kern="1200" dirty="0" smtClean="0">
                <a:solidFill>
                  <a:schemeClr val="accent4"/>
                </a:solidFill>
                <a:latin typeface="+mj-lt"/>
                <a:ea typeface="OPPOSans R" panose="00020600040101010101" charset="-122"/>
                <a:cs typeface="思源黑体 Regular" panose="020B0500000000000000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形 9" descr="undraw_design_data_re_0s2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3660" y="2233930"/>
            <a:ext cx="2988310" cy="3401695"/>
          </a:xfrm>
          <a:prstGeom prst="rect">
            <a:avLst/>
          </a:prstGeom>
          <a:effectLst>
            <a:outerShdw blurRad="254000" dist="1270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12" name="矩形 11"/>
          <p:cNvSpPr/>
          <p:nvPr userDrawn="1"/>
        </p:nvSpPr>
        <p:spPr>
          <a:xfrm flipH="1">
            <a:off x="1637030" y="996950"/>
            <a:ext cx="76200" cy="760730"/>
          </a:xfrm>
          <a:prstGeom prst="rect">
            <a:avLst/>
          </a:prstGeom>
          <a:solidFill>
            <a:srgbClr val="86C1C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13" name="矩形: 剪去对角 12"/>
          <p:cNvSpPr/>
          <p:nvPr userDrawn="1"/>
        </p:nvSpPr>
        <p:spPr>
          <a:xfrm>
            <a:off x="1637030" y="281495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2159635" y="2853055"/>
            <a:ext cx="5399405" cy="952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 descr="tape-145367"/>
          <p:cNvPicPr>
            <a:picLocks noChangeAspect="1"/>
          </p:cNvPicPr>
          <p:nvPr userDrawn="1"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7693660" y="668020"/>
            <a:ext cx="2865755" cy="1417955"/>
          </a:xfrm>
          <a:prstGeom prst="rect">
            <a:avLst/>
          </a:prstGeom>
        </p:spPr>
      </p:pic>
      <p:sp>
        <p:nvSpPr>
          <p:cNvPr id="16" name="矩形: 剪去对角 15"/>
          <p:cNvSpPr/>
          <p:nvPr userDrawn="1"/>
        </p:nvSpPr>
        <p:spPr>
          <a:xfrm>
            <a:off x="1637030" y="3700780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2159635" y="3738880"/>
            <a:ext cx="4147185" cy="1397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剪去对角 17"/>
          <p:cNvSpPr/>
          <p:nvPr userDrawn="1"/>
        </p:nvSpPr>
        <p:spPr>
          <a:xfrm>
            <a:off x="1637030" y="457644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 flipV="1">
            <a:off x="2159635" y="4597400"/>
            <a:ext cx="4916805" cy="1714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剪去对角 19"/>
          <p:cNvSpPr/>
          <p:nvPr userDrawn="1"/>
        </p:nvSpPr>
        <p:spPr>
          <a:xfrm>
            <a:off x="1637030" y="555942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2159635" y="5597525"/>
            <a:ext cx="5791835" cy="1143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占位符 39"/>
          <p:cNvSpPr>
            <a:spLocks noGrp="1"/>
          </p:cNvSpPr>
          <p:nvPr>
            <p:ph type="body" sz="quarter" idx="10"/>
          </p:nvPr>
        </p:nvSpPr>
        <p:spPr>
          <a:xfrm>
            <a:off x="1888241" y="840073"/>
            <a:ext cx="8395012" cy="914400"/>
          </a:xfrm>
        </p:spPr>
        <p:txBody>
          <a:bodyPr/>
          <a:lstStyle>
            <a:lvl1pPr>
              <a:defRPr lang="zh-CN" altLang="en-US" sz="4800" kern="1200" smtClean="0">
                <a:solidFill>
                  <a:schemeClr val="accent4"/>
                </a:solidFill>
                <a:latin typeface="+mj-lt"/>
                <a:ea typeface="+mj-lt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2" name="文本占位符 41"/>
          <p:cNvSpPr>
            <a:spLocks noGrp="1"/>
          </p:cNvSpPr>
          <p:nvPr>
            <p:ph type="body" sz="quarter" idx="11"/>
          </p:nvPr>
        </p:nvSpPr>
        <p:spPr>
          <a:xfrm>
            <a:off x="1530975" y="2041783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4" name="文本占位符 43"/>
          <p:cNvSpPr>
            <a:spLocks noGrp="1"/>
          </p:cNvSpPr>
          <p:nvPr>
            <p:ph type="body" sz="quarter" idx="12"/>
          </p:nvPr>
        </p:nvSpPr>
        <p:spPr>
          <a:xfrm>
            <a:off x="1548464" y="2943690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5" name="文本占位符 44"/>
          <p:cNvSpPr>
            <a:spLocks noGrp="1"/>
          </p:cNvSpPr>
          <p:nvPr>
            <p:ph type="body" sz="quarter" idx="13"/>
          </p:nvPr>
        </p:nvSpPr>
        <p:spPr>
          <a:xfrm>
            <a:off x="1550962" y="3785637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6" name="文本占位符 45"/>
          <p:cNvSpPr>
            <a:spLocks noGrp="1"/>
          </p:cNvSpPr>
          <p:nvPr>
            <p:ph type="body" sz="quarter" idx="14"/>
          </p:nvPr>
        </p:nvSpPr>
        <p:spPr>
          <a:xfrm>
            <a:off x="1538471" y="4822457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211570" y="2139950"/>
            <a:ext cx="4751070" cy="63055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 flipH="1">
            <a:off x="1637030" y="978535"/>
            <a:ext cx="76200" cy="7607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tape-145367"/>
          <p:cNvPicPr>
            <a:picLocks noChangeAspect="1"/>
          </p:cNvPicPr>
          <p:nvPr userDrawn="1"/>
        </p:nvPicPr>
        <p:blipFill>
          <a:blip r:embed="rId2">
            <a:alphaModFix amt="40000"/>
          </a:blip>
          <a:stretch>
            <a:fillRect/>
          </a:stretch>
        </p:blipFill>
        <p:spPr>
          <a:xfrm rot="3000000">
            <a:off x="8285480" y="1600200"/>
            <a:ext cx="3056890" cy="1528445"/>
          </a:xfrm>
          <a:prstGeom prst="rect">
            <a:avLst/>
          </a:prstGeom>
        </p:spPr>
      </p:pic>
      <p:pic>
        <p:nvPicPr>
          <p:cNvPr id="11" name="图形 10" descr="undraw_ideas_re_7twj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37030" y="2260600"/>
            <a:ext cx="3216275" cy="3549015"/>
          </a:xfrm>
          <a:prstGeom prst="rect">
            <a:avLst/>
          </a:prstGeom>
          <a:effectLst>
            <a:outerShdw blurRad="254000" dist="1270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14" name="文本占位符 13"/>
          <p:cNvSpPr>
            <a:spLocks noGrp="1"/>
          </p:cNvSpPr>
          <p:nvPr>
            <p:ph type="body" sz="quarter" idx="12"/>
          </p:nvPr>
        </p:nvSpPr>
        <p:spPr>
          <a:xfrm>
            <a:off x="1833277" y="830077"/>
            <a:ext cx="8395012" cy="914400"/>
          </a:xfrm>
        </p:spPr>
        <p:txBody>
          <a:bodyPr/>
          <a:lstStyle>
            <a:lvl1pPr>
              <a:defRPr lang="zh-CN" altLang="en-US" sz="48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3"/>
          </p:nvPr>
        </p:nvSpPr>
        <p:spPr>
          <a:xfrm>
            <a:off x="6253554" y="2848626"/>
            <a:ext cx="12181930" cy="914400"/>
          </a:xfrm>
        </p:spPr>
        <p:txBody>
          <a:bodyPr/>
          <a:lstStyle>
            <a:lvl1pPr>
              <a:defRPr lang="zh-CN" altLang="en-US" sz="60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2596450" y="5469836"/>
            <a:ext cx="8395012" cy="394148"/>
          </a:xfrm>
          <a:noFill/>
        </p:spPr>
        <p:txBody>
          <a:bodyPr wrap="square" rtlCol="0">
            <a:spAutoFit/>
          </a:bodyPr>
          <a:lstStyle>
            <a:lvl1pPr algn="r">
              <a:defRPr lang="zh-CN" altLang="en-US" sz="1600" dirty="0">
                <a:solidFill>
                  <a:schemeClr val="accent5"/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marL="0"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 descr="undraw_my_password_re_ydq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50300" y="3740150"/>
            <a:ext cx="2023745" cy="1971040"/>
          </a:xfrm>
          <a:prstGeom prst="rect">
            <a:avLst/>
          </a:prstGeom>
          <a:effectLst>
            <a:outerShdw blurRad="203200" dist="1016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pic>
        <p:nvPicPr>
          <p:cNvPr id="9" name="图形 8" descr="undraw_portfolio_website_re_jsdd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245235" y="1139825"/>
            <a:ext cx="2332355" cy="1564640"/>
          </a:xfrm>
          <a:prstGeom prst="rect">
            <a:avLst/>
          </a:prstGeom>
          <a:effectLst>
            <a:outerShdw blurRad="203200" dist="1016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10" name="矩形 9"/>
          <p:cNvSpPr/>
          <p:nvPr userDrawn="1"/>
        </p:nvSpPr>
        <p:spPr>
          <a:xfrm>
            <a:off x="1245235" y="5164455"/>
            <a:ext cx="2332355" cy="5467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 rot="540000">
            <a:off x="8733155" y="653415"/>
            <a:ext cx="4686300" cy="1557020"/>
            <a:chOff x="12808" y="83"/>
            <a:chExt cx="8827" cy="2732"/>
          </a:xfrm>
        </p:grpSpPr>
        <p:cxnSp>
          <p:nvCxnSpPr>
            <p:cNvPr id="12" name="直接连接符 11"/>
            <p:cNvCxnSpPr/>
            <p:nvPr/>
          </p:nvCxnSpPr>
          <p:spPr>
            <a:xfrm flipH="1">
              <a:off x="12808" y="83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2903" y="718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13005" y="1392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 descr="tape-145367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alphaModFix amt="40000"/>
          </a:blip>
          <a:stretch>
            <a:fillRect/>
          </a:stretch>
        </p:blipFill>
        <p:spPr>
          <a:xfrm rot="3120000">
            <a:off x="12065" y="4385945"/>
            <a:ext cx="2515235" cy="1257935"/>
          </a:xfrm>
          <a:prstGeom prst="rect">
            <a:avLst/>
          </a:prstGeom>
        </p:spPr>
      </p:pic>
      <p:sp>
        <p:nvSpPr>
          <p:cNvPr id="18" name="文本占位符 17"/>
          <p:cNvSpPr>
            <a:spLocks noGrp="1"/>
          </p:cNvSpPr>
          <p:nvPr>
            <p:ph type="body" sz="quarter" idx="10"/>
          </p:nvPr>
        </p:nvSpPr>
        <p:spPr>
          <a:xfrm>
            <a:off x="3734795" y="2697055"/>
            <a:ext cx="9423265" cy="1409996"/>
          </a:xfrm>
        </p:spPr>
        <p:txBody>
          <a:bodyPr/>
          <a:lstStyle>
            <a:lvl1pPr>
              <a:defRPr lang="zh-CN" altLang="en-US" sz="5400" kern="1200" dirty="0" smtClean="0">
                <a:solidFill>
                  <a:schemeClr val="accent4"/>
                </a:solidFill>
                <a:latin typeface="+mn-lt"/>
                <a:ea typeface="+mn-lt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3Column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形状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440603" y="182445"/>
            <a:ext cx="1657138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153012" y="759876"/>
            <a:ext cx="7074345" cy="53991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4153012" y="182445"/>
            <a:ext cx="2259871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440603" y="759873"/>
            <a:ext cx="1657138" cy="44026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65" b="0" i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 hasCustomPrompt="1"/>
          </p:nvPr>
        </p:nvSpPr>
        <p:spPr>
          <a:xfrm>
            <a:off x="440603" y="1490309"/>
            <a:ext cx="1657138" cy="460781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2377999" y="182445"/>
            <a:ext cx="1494754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7" hasCustomPrompt="1"/>
          </p:nvPr>
        </p:nvSpPr>
        <p:spPr>
          <a:xfrm>
            <a:off x="2378000" y="759876"/>
            <a:ext cx="1494754" cy="53991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undraw_inspiration_re_ivlv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5535" y="4018280"/>
            <a:ext cx="2383790" cy="2017395"/>
          </a:xfrm>
          <a:prstGeom prst="rect">
            <a:avLst/>
          </a:prstGeom>
          <a:effectLst>
            <a:outerShdw blurRad="203200" dist="101600" dir="2700000" algn="tl" rotWithShape="0">
              <a:schemeClr val="bg1">
                <a:lumMod val="10000"/>
                <a:alpha val="30000"/>
              </a:schemeClr>
            </a:outerShdw>
          </a:effectLst>
        </p:spPr>
      </p:pic>
      <p:sp>
        <p:nvSpPr>
          <p:cNvPr id="7" name="矩形 6"/>
          <p:cNvSpPr/>
          <p:nvPr userDrawn="1"/>
        </p:nvSpPr>
        <p:spPr>
          <a:xfrm>
            <a:off x="1245235" y="4329430"/>
            <a:ext cx="3276600" cy="18440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314450" y="2162175"/>
            <a:ext cx="3829050" cy="0"/>
          </a:xfrm>
          <a:prstGeom prst="line">
            <a:avLst/>
          </a:prstGeom>
          <a:ln>
            <a:solidFill>
              <a:srgbClr val="86C1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 rot="540000">
            <a:off x="8114310" y="162330"/>
            <a:ext cx="5605145" cy="1734820"/>
            <a:chOff x="12808" y="83"/>
            <a:chExt cx="8827" cy="2732"/>
          </a:xfrm>
        </p:grpSpPr>
        <p:cxnSp>
          <p:nvCxnSpPr>
            <p:cNvPr id="11" name="直接连接符 10"/>
            <p:cNvCxnSpPr/>
            <p:nvPr/>
          </p:nvCxnSpPr>
          <p:spPr>
            <a:xfrm flipH="1">
              <a:off x="12808" y="83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12903" y="718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3005" y="1392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1223962" y="1271588"/>
            <a:ext cx="7517081" cy="914400"/>
          </a:xfrm>
          <a:noFill/>
        </p:spPr>
        <p:txBody>
          <a:bodyPr wrap="square" rtlCol="0">
            <a:noAutofit/>
          </a:bodyPr>
          <a:lstStyle>
            <a:lvl1pPr>
              <a:defRPr lang="zh-CN" altLang="en-US" sz="4000" dirty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1"/>
          </p:nvPr>
        </p:nvSpPr>
        <p:spPr>
          <a:xfrm>
            <a:off x="1223962" y="2108496"/>
            <a:ext cx="10136295" cy="914400"/>
          </a:xfrm>
          <a:noFill/>
        </p:spPr>
        <p:txBody>
          <a:bodyPr wrap="square" rtlCol="0">
            <a:noAutofit/>
          </a:bodyPr>
          <a:lstStyle>
            <a:lvl1pPr>
              <a:defRPr lang="zh-CN" altLang="en-US" sz="5400" kern="1200" dirty="0" smtClean="0">
                <a:solidFill>
                  <a:schemeClr val="accent4"/>
                </a:solidFill>
                <a:latin typeface="+mj-lt"/>
                <a:ea typeface="OPPOSans R" panose="00020600040101010101" charset="-122"/>
                <a:cs typeface="思源黑体 Regular" panose="020B0500000000000000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形 9" descr="undraw_design_data_re_0s2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3660" y="2233930"/>
            <a:ext cx="2988310" cy="3401695"/>
          </a:xfrm>
          <a:prstGeom prst="rect">
            <a:avLst/>
          </a:prstGeom>
          <a:effectLst>
            <a:outerShdw blurRad="254000" dist="1270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12" name="矩形 11"/>
          <p:cNvSpPr/>
          <p:nvPr userDrawn="1"/>
        </p:nvSpPr>
        <p:spPr>
          <a:xfrm flipH="1">
            <a:off x="1637030" y="996950"/>
            <a:ext cx="76200" cy="760730"/>
          </a:xfrm>
          <a:prstGeom prst="rect">
            <a:avLst/>
          </a:prstGeom>
          <a:solidFill>
            <a:srgbClr val="86C1C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13" name="矩形: 剪去对角 12"/>
          <p:cNvSpPr/>
          <p:nvPr userDrawn="1"/>
        </p:nvSpPr>
        <p:spPr>
          <a:xfrm>
            <a:off x="1637030" y="281495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2159635" y="2853055"/>
            <a:ext cx="5399405" cy="952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 descr="tape-145367"/>
          <p:cNvPicPr>
            <a:picLocks noChangeAspect="1"/>
          </p:cNvPicPr>
          <p:nvPr userDrawn="1"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7693660" y="668020"/>
            <a:ext cx="2865755" cy="1417955"/>
          </a:xfrm>
          <a:prstGeom prst="rect">
            <a:avLst/>
          </a:prstGeom>
        </p:spPr>
      </p:pic>
      <p:sp>
        <p:nvSpPr>
          <p:cNvPr id="16" name="矩形: 剪去对角 15"/>
          <p:cNvSpPr/>
          <p:nvPr userDrawn="1"/>
        </p:nvSpPr>
        <p:spPr>
          <a:xfrm>
            <a:off x="1637030" y="3700780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2159635" y="3738880"/>
            <a:ext cx="4147185" cy="1397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剪去对角 17"/>
          <p:cNvSpPr/>
          <p:nvPr userDrawn="1"/>
        </p:nvSpPr>
        <p:spPr>
          <a:xfrm>
            <a:off x="1637030" y="457644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 flipV="1">
            <a:off x="2159635" y="4597400"/>
            <a:ext cx="4916805" cy="1714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剪去对角 19"/>
          <p:cNvSpPr/>
          <p:nvPr userDrawn="1"/>
        </p:nvSpPr>
        <p:spPr>
          <a:xfrm>
            <a:off x="1637030" y="555942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2159635" y="5597525"/>
            <a:ext cx="5791835" cy="1143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占位符 39"/>
          <p:cNvSpPr>
            <a:spLocks noGrp="1"/>
          </p:cNvSpPr>
          <p:nvPr>
            <p:ph type="body" sz="quarter" idx="10"/>
          </p:nvPr>
        </p:nvSpPr>
        <p:spPr>
          <a:xfrm>
            <a:off x="1888241" y="840073"/>
            <a:ext cx="8395012" cy="914400"/>
          </a:xfrm>
        </p:spPr>
        <p:txBody>
          <a:bodyPr/>
          <a:lstStyle>
            <a:lvl1pPr>
              <a:defRPr lang="zh-CN" altLang="en-US" sz="4800" kern="1200" smtClean="0">
                <a:solidFill>
                  <a:schemeClr val="accent4"/>
                </a:solidFill>
                <a:latin typeface="+mj-lt"/>
                <a:ea typeface="+mj-lt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2" name="文本占位符 41"/>
          <p:cNvSpPr>
            <a:spLocks noGrp="1"/>
          </p:cNvSpPr>
          <p:nvPr>
            <p:ph type="body" sz="quarter" idx="11"/>
          </p:nvPr>
        </p:nvSpPr>
        <p:spPr>
          <a:xfrm>
            <a:off x="1530975" y="2041783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4" name="文本占位符 43"/>
          <p:cNvSpPr>
            <a:spLocks noGrp="1"/>
          </p:cNvSpPr>
          <p:nvPr>
            <p:ph type="body" sz="quarter" idx="12"/>
          </p:nvPr>
        </p:nvSpPr>
        <p:spPr>
          <a:xfrm>
            <a:off x="1548464" y="2943690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5" name="文本占位符 44"/>
          <p:cNvSpPr>
            <a:spLocks noGrp="1"/>
          </p:cNvSpPr>
          <p:nvPr>
            <p:ph type="body" sz="quarter" idx="13"/>
          </p:nvPr>
        </p:nvSpPr>
        <p:spPr>
          <a:xfrm>
            <a:off x="1550962" y="3785637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6" name="文本占位符 45"/>
          <p:cNvSpPr>
            <a:spLocks noGrp="1"/>
          </p:cNvSpPr>
          <p:nvPr>
            <p:ph type="body" sz="quarter" idx="14"/>
          </p:nvPr>
        </p:nvSpPr>
        <p:spPr>
          <a:xfrm>
            <a:off x="1538471" y="4822457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211570" y="2139950"/>
            <a:ext cx="4751070" cy="63055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 flipH="1">
            <a:off x="1637030" y="978535"/>
            <a:ext cx="76200" cy="7607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tape-145367"/>
          <p:cNvPicPr>
            <a:picLocks noChangeAspect="1"/>
          </p:cNvPicPr>
          <p:nvPr userDrawn="1"/>
        </p:nvPicPr>
        <p:blipFill>
          <a:blip r:embed="rId2">
            <a:alphaModFix amt="40000"/>
          </a:blip>
          <a:stretch>
            <a:fillRect/>
          </a:stretch>
        </p:blipFill>
        <p:spPr>
          <a:xfrm rot="3000000">
            <a:off x="8285480" y="1600200"/>
            <a:ext cx="3056890" cy="1528445"/>
          </a:xfrm>
          <a:prstGeom prst="rect">
            <a:avLst/>
          </a:prstGeom>
        </p:spPr>
      </p:pic>
      <p:pic>
        <p:nvPicPr>
          <p:cNvPr id="11" name="图形 10" descr="undraw_ideas_re_7twj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37030" y="2260600"/>
            <a:ext cx="3216275" cy="3549015"/>
          </a:xfrm>
          <a:prstGeom prst="rect">
            <a:avLst/>
          </a:prstGeom>
          <a:effectLst>
            <a:outerShdw blurRad="254000" dist="1270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14" name="文本占位符 13"/>
          <p:cNvSpPr>
            <a:spLocks noGrp="1"/>
          </p:cNvSpPr>
          <p:nvPr>
            <p:ph type="body" sz="quarter" idx="12"/>
          </p:nvPr>
        </p:nvSpPr>
        <p:spPr>
          <a:xfrm>
            <a:off x="1833277" y="830077"/>
            <a:ext cx="8395012" cy="914400"/>
          </a:xfrm>
        </p:spPr>
        <p:txBody>
          <a:bodyPr/>
          <a:lstStyle>
            <a:lvl1pPr>
              <a:defRPr lang="zh-CN" altLang="en-US" sz="48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3"/>
          </p:nvPr>
        </p:nvSpPr>
        <p:spPr>
          <a:xfrm>
            <a:off x="6253554" y="2848626"/>
            <a:ext cx="12181930" cy="914400"/>
          </a:xfrm>
        </p:spPr>
        <p:txBody>
          <a:bodyPr/>
          <a:lstStyle>
            <a:lvl1pPr>
              <a:defRPr lang="zh-CN" altLang="en-US" sz="60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2596450" y="5469836"/>
            <a:ext cx="8395012" cy="394148"/>
          </a:xfrm>
          <a:noFill/>
        </p:spPr>
        <p:txBody>
          <a:bodyPr wrap="square" rtlCol="0">
            <a:spAutoFit/>
          </a:bodyPr>
          <a:lstStyle>
            <a:lvl1pPr algn="r">
              <a:defRPr lang="zh-CN" altLang="en-US" sz="1600" dirty="0">
                <a:solidFill>
                  <a:schemeClr val="accent5"/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marL="0"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 descr="undraw_my_password_re_ydq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50300" y="3740150"/>
            <a:ext cx="2023745" cy="1971040"/>
          </a:xfrm>
          <a:prstGeom prst="rect">
            <a:avLst/>
          </a:prstGeom>
          <a:effectLst>
            <a:outerShdw blurRad="203200" dist="1016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pic>
        <p:nvPicPr>
          <p:cNvPr id="9" name="图形 8" descr="undraw_portfolio_website_re_jsdd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245235" y="1139825"/>
            <a:ext cx="2332355" cy="1564640"/>
          </a:xfrm>
          <a:prstGeom prst="rect">
            <a:avLst/>
          </a:prstGeom>
          <a:effectLst>
            <a:outerShdw blurRad="203200" dist="1016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10" name="矩形 9"/>
          <p:cNvSpPr/>
          <p:nvPr userDrawn="1"/>
        </p:nvSpPr>
        <p:spPr>
          <a:xfrm>
            <a:off x="1245235" y="5164455"/>
            <a:ext cx="2332355" cy="5467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 rot="540000">
            <a:off x="8733155" y="653415"/>
            <a:ext cx="4686300" cy="1557020"/>
            <a:chOff x="12808" y="83"/>
            <a:chExt cx="8827" cy="2732"/>
          </a:xfrm>
        </p:grpSpPr>
        <p:cxnSp>
          <p:nvCxnSpPr>
            <p:cNvPr id="12" name="直接连接符 11"/>
            <p:cNvCxnSpPr/>
            <p:nvPr/>
          </p:nvCxnSpPr>
          <p:spPr>
            <a:xfrm flipH="1">
              <a:off x="12808" y="83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2903" y="718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13005" y="1392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 descr="tape-145367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alphaModFix amt="40000"/>
          </a:blip>
          <a:stretch>
            <a:fillRect/>
          </a:stretch>
        </p:blipFill>
        <p:spPr>
          <a:xfrm rot="3120000">
            <a:off x="12065" y="4385945"/>
            <a:ext cx="2515235" cy="1257935"/>
          </a:xfrm>
          <a:prstGeom prst="rect">
            <a:avLst/>
          </a:prstGeom>
        </p:spPr>
      </p:pic>
      <p:sp>
        <p:nvSpPr>
          <p:cNvPr id="18" name="文本占位符 17"/>
          <p:cNvSpPr>
            <a:spLocks noGrp="1"/>
          </p:cNvSpPr>
          <p:nvPr>
            <p:ph type="body" sz="quarter" idx="10"/>
          </p:nvPr>
        </p:nvSpPr>
        <p:spPr>
          <a:xfrm>
            <a:off x="3734795" y="2697055"/>
            <a:ext cx="9423265" cy="1409996"/>
          </a:xfrm>
        </p:spPr>
        <p:txBody>
          <a:bodyPr/>
          <a:lstStyle>
            <a:lvl1pPr>
              <a:defRPr lang="zh-CN" altLang="en-US" sz="5400" kern="1200" dirty="0" smtClean="0">
                <a:solidFill>
                  <a:schemeClr val="accent4"/>
                </a:solidFill>
                <a:latin typeface="+mn-lt"/>
                <a:ea typeface="+mn-lt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3Column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形状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440603" y="182445"/>
            <a:ext cx="1657138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153012" y="759876"/>
            <a:ext cx="7074345" cy="53991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4153012" y="182445"/>
            <a:ext cx="2259871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440603" y="759873"/>
            <a:ext cx="1657138" cy="44026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65" b="0" i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 hasCustomPrompt="1"/>
          </p:nvPr>
        </p:nvSpPr>
        <p:spPr>
          <a:xfrm>
            <a:off x="440603" y="1490309"/>
            <a:ext cx="1657138" cy="460781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2377999" y="182445"/>
            <a:ext cx="1494754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7" hasCustomPrompt="1"/>
          </p:nvPr>
        </p:nvSpPr>
        <p:spPr>
          <a:xfrm>
            <a:off x="2378000" y="759876"/>
            <a:ext cx="1494754" cy="53991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undraw_inspiration_re_ivlv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5535" y="4018280"/>
            <a:ext cx="2383790" cy="2017395"/>
          </a:xfrm>
          <a:prstGeom prst="rect">
            <a:avLst/>
          </a:prstGeom>
          <a:effectLst>
            <a:outerShdw blurRad="203200" dist="101600" dir="2700000" algn="tl" rotWithShape="0">
              <a:schemeClr val="bg1">
                <a:lumMod val="10000"/>
                <a:alpha val="30000"/>
              </a:schemeClr>
            </a:outerShdw>
          </a:effectLst>
        </p:spPr>
      </p:pic>
      <p:sp>
        <p:nvSpPr>
          <p:cNvPr id="7" name="矩形 6"/>
          <p:cNvSpPr/>
          <p:nvPr userDrawn="1"/>
        </p:nvSpPr>
        <p:spPr>
          <a:xfrm>
            <a:off x="1245235" y="4329430"/>
            <a:ext cx="3276600" cy="18440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314450" y="2162175"/>
            <a:ext cx="3829050" cy="0"/>
          </a:xfrm>
          <a:prstGeom prst="line">
            <a:avLst/>
          </a:prstGeom>
          <a:ln>
            <a:solidFill>
              <a:srgbClr val="86C1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 rot="540000">
            <a:off x="8114310" y="162330"/>
            <a:ext cx="5605145" cy="1734820"/>
            <a:chOff x="12808" y="83"/>
            <a:chExt cx="8827" cy="2732"/>
          </a:xfrm>
        </p:grpSpPr>
        <p:cxnSp>
          <p:nvCxnSpPr>
            <p:cNvPr id="11" name="直接连接符 10"/>
            <p:cNvCxnSpPr/>
            <p:nvPr/>
          </p:nvCxnSpPr>
          <p:spPr>
            <a:xfrm flipH="1">
              <a:off x="12808" y="83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12903" y="718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3005" y="1392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1223962" y="1271588"/>
            <a:ext cx="7517081" cy="914400"/>
          </a:xfrm>
          <a:noFill/>
        </p:spPr>
        <p:txBody>
          <a:bodyPr wrap="square" rtlCol="0">
            <a:noAutofit/>
          </a:bodyPr>
          <a:lstStyle>
            <a:lvl1pPr>
              <a:defRPr lang="zh-CN" altLang="en-US" sz="4000" dirty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1"/>
          </p:nvPr>
        </p:nvSpPr>
        <p:spPr>
          <a:xfrm>
            <a:off x="1223962" y="2108496"/>
            <a:ext cx="10136295" cy="914400"/>
          </a:xfrm>
          <a:noFill/>
        </p:spPr>
        <p:txBody>
          <a:bodyPr wrap="square" rtlCol="0">
            <a:noAutofit/>
          </a:bodyPr>
          <a:lstStyle>
            <a:lvl1pPr>
              <a:defRPr lang="zh-CN" altLang="en-US" sz="5400" kern="1200" dirty="0" smtClean="0">
                <a:solidFill>
                  <a:schemeClr val="accent4"/>
                </a:solidFill>
                <a:latin typeface="+mj-lt"/>
                <a:ea typeface="OPPOSans R" panose="00020600040101010101" charset="-122"/>
                <a:cs typeface="思源黑体 Regular" panose="020B0500000000000000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形 9" descr="undraw_design_data_re_0s2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3660" y="2233930"/>
            <a:ext cx="2988310" cy="3401695"/>
          </a:xfrm>
          <a:prstGeom prst="rect">
            <a:avLst/>
          </a:prstGeom>
          <a:effectLst>
            <a:outerShdw blurRad="254000" dist="1270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12" name="矩形 11"/>
          <p:cNvSpPr/>
          <p:nvPr userDrawn="1"/>
        </p:nvSpPr>
        <p:spPr>
          <a:xfrm flipH="1">
            <a:off x="1637030" y="996950"/>
            <a:ext cx="76200" cy="760730"/>
          </a:xfrm>
          <a:prstGeom prst="rect">
            <a:avLst/>
          </a:prstGeom>
          <a:solidFill>
            <a:srgbClr val="86C1C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13" name="矩形: 剪去对角 12"/>
          <p:cNvSpPr/>
          <p:nvPr userDrawn="1"/>
        </p:nvSpPr>
        <p:spPr>
          <a:xfrm>
            <a:off x="1637030" y="281495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2159635" y="2853055"/>
            <a:ext cx="5399405" cy="952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 descr="tape-145367"/>
          <p:cNvPicPr>
            <a:picLocks noChangeAspect="1"/>
          </p:cNvPicPr>
          <p:nvPr userDrawn="1"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7693660" y="668020"/>
            <a:ext cx="2865755" cy="1417955"/>
          </a:xfrm>
          <a:prstGeom prst="rect">
            <a:avLst/>
          </a:prstGeom>
        </p:spPr>
      </p:pic>
      <p:sp>
        <p:nvSpPr>
          <p:cNvPr id="16" name="矩形: 剪去对角 15"/>
          <p:cNvSpPr/>
          <p:nvPr userDrawn="1"/>
        </p:nvSpPr>
        <p:spPr>
          <a:xfrm>
            <a:off x="1637030" y="3700780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2159635" y="3738880"/>
            <a:ext cx="4147185" cy="1397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剪去对角 17"/>
          <p:cNvSpPr/>
          <p:nvPr userDrawn="1"/>
        </p:nvSpPr>
        <p:spPr>
          <a:xfrm>
            <a:off x="1637030" y="457644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 flipV="1">
            <a:off x="2159635" y="4597400"/>
            <a:ext cx="4916805" cy="1714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剪去对角 19"/>
          <p:cNvSpPr/>
          <p:nvPr userDrawn="1"/>
        </p:nvSpPr>
        <p:spPr>
          <a:xfrm>
            <a:off x="1637030" y="555942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2159635" y="5597525"/>
            <a:ext cx="5791835" cy="1143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占位符 39"/>
          <p:cNvSpPr>
            <a:spLocks noGrp="1"/>
          </p:cNvSpPr>
          <p:nvPr>
            <p:ph type="body" sz="quarter" idx="10"/>
          </p:nvPr>
        </p:nvSpPr>
        <p:spPr>
          <a:xfrm>
            <a:off x="1888241" y="840073"/>
            <a:ext cx="8395012" cy="914400"/>
          </a:xfrm>
        </p:spPr>
        <p:txBody>
          <a:bodyPr/>
          <a:lstStyle>
            <a:lvl1pPr>
              <a:defRPr lang="zh-CN" altLang="en-US" sz="4800" kern="1200" smtClean="0">
                <a:solidFill>
                  <a:schemeClr val="accent4"/>
                </a:solidFill>
                <a:latin typeface="+mj-lt"/>
                <a:ea typeface="+mj-lt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2" name="文本占位符 41"/>
          <p:cNvSpPr>
            <a:spLocks noGrp="1"/>
          </p:cNvSpPr>
          <p:nvPr>
            <p:ph type="body" sz="quarter" idx="11"/>
          </p:nvPr>
        </p:nvSpPr>
        <p:spPr>
          <a:xfrm>
            <a:off x="1530975" y="2041783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4" name="文本占位符 43"/>
          <p:cNvSpPr>
            <a:spLocks noGrp="1"/>
          </p:cNvSpPr>
          <p:nvPr>
            <p:ph type="body" sz="quarter" idx="12"/>
          </p:nvPr>
        </p:nvSpPr>
        <p:spPr>
          <a:xfrm>
            <a:off x="1548464" y="2943690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5" name="文本占位符 44"/>
          <p:cNvSpPr>
            <a:spLocks noGrp="1"/>
          </p:cNvSpPr>
          <p:nvPr>
            <p:ph type="body" sz="quarter" idx="13"/>
          </p:nvPr>
        </p:nvSpPr>
        <p:spPr>
          <a:xfrm>
            <a:off x="1550962" y="3785637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6" name="文本占位符 45"/>
          <p:cNvSpPr>
            <a:spLocks noGrp="1"/>
          </p:cNvSpPr>
          <p:nvPr>
            <p:ph type="body" sz="quarter" idx="14"/>
          </p:nvPr>
        </p:nvSpPr>
        <p:spPr>
          <a:xfrm>
            <a:off x="1538471" y="4822457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211570" y="2139950"/>
            <a:ext cx="4751070" cy="63055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 flipH="1">
            <a:off x="1637030" y="978535"/>
            <a:ext cx="76200" cy="7607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tape-145367"/>
          <p:cNvPicPr>
            <a:picLocks noChangeAspect="1"/>
          </p:cNvPicPr>
          <p:nvPr userDrawn="1"/>
        </p:nvPicPr>
        <p:blipFill>
          <a:blip r:embed="rId2">
            <a:alphaModFix amt="40000"/>
          </a:blip>
          <a:stretch>
            <a:fillRect/>
          </a:stretch>
        </p:blipFill>
        <p:spPr>
          <a:xfrm rot="3000000">
            <a:off x="8285480" y="1600200"/>
            <a:ext cx="3056890" cy="1528445"/>
          </a:xfrm>
          <a:prstGeom prst="rect">
            <a:avLst/>
          </a:prstGeom>
        </p:spPr>
      </p:pic>
      <p:pic>
        <p:nvPicPr>
          <p:cNvPr id="11" name="图形 10" descr="undraw_ideas_re_7twj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37030" y="2260600"/>
            <a:ext cx="3216275" cy="3549015"/>
          </a:xfrm>
          <a:prstGeom prst="rect">
            <a:avLst/>
          </a:prstGeom>
          <a:effectLst>
            <a:outerShdw blurRad="254000" dist="1270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14" name="文本占位符 13"/>
          <p:cNvSpPr>
            <a:spLocks noGrp="1"/>
          </p:cNvSpPr>
          <p:nvPr>
            <p:ph type="body" sz="quarter" idx="12"/>
          </p:nvPr>
        </p:nvSpPr>
        <p:spPr>
          <a:xfrm>
            <a:off x="1833277" y="830077"/>
            <a:ext cx="8395012" cy="914400"/>
          </a:xfrm>
        </p:spPr>
        <p:txBody>
          <a:bodyPr/>
          <a:lstStyle>
            <a:lvl1pPr>
              <a:defRPr lang="zh-CN" altLang="en-US" sz="48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3"/>
          </p:nvPr>
        </p:nvSpPr>
        <p:spPr>
          <a:xfrm>
            <a:off x="6253554" y="2848626"/>
            <a:ext cx="12181930" cy="914400"/>
          </a:xfrm>
        </p:spPr>
        <p:txBody>
          <a:bodyPr/>
          <a:lstStyle>
            <a:lvl1pPr>
              <a:defRPr lang="zh-CN" altLang="en-US" sz="60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2596450" y="5469836"/>
            <a:ext cx="8395012" cy="394148"/>
          </a:xfrm>
          <a:noFill/>
        </p:spPr>
        <p:txBody>
          <a:bodyPr wrap="square" rtlCol="0">
            <a:spAutoFit/>
          </a:bodyPr>
          <a:lstStyle>
            <a:lvl1pPr algn="r">
              <a:defRPr lang="zh-CN" altLang="en-US" sz="1600" dirty="0">
                <a:solidFill>
                  <a:schemeClr val="accent5"/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marL="0"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 descr="undraw_my_password_re_ydq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50300" y="3740150"/>
            <a:ext cx="2023745" cy="1971040"/>
          </a:xfrm>
          <a:prstGeom prst="rect">
            <a:avLst/>
          </a:prstGeom>
          <a:effectLst>
            <a:outerShdw blurRad="203200" dist="1016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pic>
        <p:nvPicPr>
          <p:cNvPr id="9" name="图形 8" descr="undraw_portfolio_website_re_jsdd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245235" y="1139825"/>
            <a:ext cx="2332355" cy="1564640"/>
          </a:xfrm>
          <a:prstGeom prst="rect">
            <a:avLst/>
          </a:prstGeom>
          <a:effectLst>
            <a:outerShdw blurRad="203200" dist="1016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10" name="矩形 9"/>
          <p:cNvSpPr/>
          <p:nvPr userDrawn="1"/>
        </p:nvSpPr>
        <p:spPr>
          <a:xfrm>
            <a:off x="1245235" y="5164455"/>
            <a:ext cx="2332355" cy="5467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 rot="540000">
            <a:off x="8733155" y="653415"/>
            <a:ext cx="4686300" cy="1557020"/>
            <a:chOff x="12808" y="83"/>
            <a:chExt cx="8827" cy="2732"/>
          </a:xfrm>
        </p:grpSpPr>
        <p:cxnSp>
          <p:nvCxnSpPr>
            <p:cNvPr id="12" name="直接连接符 11"/>
            <p:cNvCxnSpPr/>
            <p:nvPr/>
          </p:nvCxnSpPr>
          <p:spPr>
            <a:xfrm flipH="1">
              <a:off x="12808" y="83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2903" y="718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13005" y="1392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 descr="tape-145367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alphaModFix amt="40000"/>
          </a:blip>
          <a:stretch>
            <a:fillRect/>
          </a:stretch>
        </p:blipFill>
        <p:spPr>
          <a:xfrm rot="3120000">
            <a:off x="12065" y="4385945"/>
            <a:ext cx="2515235" cy="1257935"/>
          </a:xfrm>
          <a:prstGeom prst="rect">
            <a:avLst/>
          </a:prstGeom>
        </p:spPr>
      </p:pic>
      <p:sp>
        <p:nvSpPr>
          <p:cNvPr id="18" name="文本占位符 17"/>
          <p:cNvSpPr>
            <a:spLocks noGrp="1"/>
          </p:cNvSpPr>
          <p:nvPr>
            <p:ph type="body" sz="quarter" idx="10"/>
          </p:nvPr>
        </p:nvSpPr>
        <p:spPr>
          <a:xfrm>
            <a:off x="3734795" y="2697055"/>
            <a:ext cx="9423265" cy="1409996"/>
          </a:xfrm>
        </p:spPr>
        <p:txBody>
          <a:bodyPr/>
          <a:lstStyle>
            <a:lvl1pPr>
              <a:defRPr lang="zh-CN" altLang="en-US" sz="5400" kern="1200" dirty="0" smtClean="0">
                <a:solidFill>
                  <a:schemeClr val="accent4"/>
                </a:solidFill>
                <a:latin typeface="+mn-lt"/>
                <a:ea typeface="+mn-lt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3Column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形状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440603" y="182445"/>
            <a:ext cx="1657138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153012" y="759876"/>
            <a:ext cx="7074345" cy="53991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4153012" y="182445"/>
            <a:ext cx="2259871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440603" y="759873"/>
            <a:ext cx="1657138" cy="44026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65" b="0" i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 hasCustomPrompt="1"/>
          </p:nvPr>
        </p:nvSpPr>
        <p:spPr>
          <a:xfrm>
            <a:off x="440603" y="1490309"/>
            <a:ext cx="1657138" cy="460781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2377999" y="182445"/>
            <a:ext cx="1494754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7" hasCustomPrompt="1"/>
          </p:nvPr>
        </p:nvSpPr>
        <p:spPr>
          <a:xfrm>
            <a:off x="2378000" y="759876"/>
            <a:ext cx="1494754" cy="53991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undraw_inspiration_re_ivlv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5535" y="4018280"/>
            <a:ext cx="2383790" cy="2017395"/>
          </a:xfrm>
          <a:prstGeom prst="rect">
            <a:avLst/>
          </a:prstGeom>
          <a:effectLst>
            <a:outerShdw blurRad="203200" dist="101600" dir="2700000" algn="tl" rotWithShape="0">
              <a:schemeClr val="bg1">
                <a:lumMod val="10000"/>
                <a:alpha val="30000"/>
              </a:schemeClr>
            </a:outerShdw>
          </a:effectLst>
        </p:spPr>
      </p:pic>
      <p:sp>
        <p:nvSpPr>
          <p:cNvPr id="7" name="矩形 6"/>
          <p:cNvSpPr/>
          <p:nvPr userDrawn="1"/>
        </p:nvSpPr>
        <p:spPr>
          <a:xfrm>
            <a:off x="1245235" y="4329430"/>
            <a:ext cx="3276600" cy="18440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314450" y="2162175"/>
            <a:ext cx="3829050" cy="0"/>
          </a:xfrm>
          <a:prstGeom prst="line">
            <a:avLst/>
          </a:prstGeom>
          <a:ln>
            <a:solidFill>
              <a:srgbClr val="86C1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 rot="540000">
            <a:off x="8114310" y="162330"/>
            <a:ext cx="5605145" cy="1734820"/>
            <a:chOff x="12808" y="83"/>
            <a:chExt cx="8827" cy="2732"/>
          </a:xfrm>
        </p:grpSpPr>
        <p:cxnSp>
          <p:nvCxnSpPr>
            <p:cNvPr id="11" name="直接连接符 10"/>
            <p:cNvCxnSpPr/>
            <p:nvPr/>
          </p:nvCxnSpPr>
          <p:spPr>
            <a:xfrm flipH="1">
              <a:off x="12808" y="83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12903" y="718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3005" y="1392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1223962" y="1271588"/>
            <a:ext cx="7517081" cy="914400"/>
          </a:xfrm>
          <a:noFill/>
        </p:spPr>
        <p:txBody>
          <a:bodyPr wrap="square" rtlCol="0">
            <a:noAutofit/>
          </a:bodyPr>
          <a:lstStyle>
            <a:lvl1pPr>
              <a:defRPr lang="zh-CN" altLang="en-US" sz="4000" dirty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1"/>
          </p:nvPr>
        </p:nvSpPr>
        <p:spPr>
          <a:xfrm>
            <a:off x="1223962" y="2108496"/>
            <a:ext cx="10136295" cy="914400"/>
          </a:xfrm>
          <a:noFill/>
        </p:spPr>
        <p:txBody>
          <a:bodyPr wrap="square" rtlCol="0">
            <a:noAutofit/>
          </a:bodyPr>
          <a:lstStyle>
            <a:lvl1pPr>
              <a:defRPr lang="zh-CN" altLang="en-US" sz="5400" kern="1200" dirty="0" smtClean="0">
                <a:solidFill>
                  <a:schemeClr val="accent4"/>
                </a:solidFill>
                <a:latin typeface="+mj-lt"/>
                <a:ea typeface="OPPOSans R" panose="00020600040101010101" charset="-122"/>
                <a:cs typeface="思源黑体 Regular" panose="020B0500000000000000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形 9" descr="undraw_design_data_re_0s2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3660" y="2233930"/>
            <a:ext cx="2988310" cy="3401695"/>
          </a:xfrm>
          <a:prstGeom prst="rect">
            <a:avLst/>
          </a:prstGeom>
          <a:effectLst>
            <a:outerShdw blurRad="254000" dist="1270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12" name="矩形 11"/>
          <p:cNvSpPr/>
          <p:nvPr userDrawn="1"/>
        </p:nvSpPr>
        <p:spPr>
          <a:xfrm flipH="1">
            <a:off x="1637030" y="996950"/>
            <a:ext cx="76200" cy="760730"/>
          </a:xfrm>
          <a:prstGeom prst="rect">
            <a:avLst/>
          </a:prstGeom>
          <a:solidFill>
            <a:srgbClr val="86C1C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13" name="矩形: 剪去对角 12"/>
          <p:cNvSpPr/>
          <p:nvPr userDrawn="1"/>
        </p:nvSpPr>
        <p:spPr>
          <a:xfrm>
            <a:off x="1637030" y="281495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2159635" y="2853055"/>
            <a:ext cx="5399405" cy="952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 descr="tape-145367"/>
          <p:cNvPicPr>
            <a:picLocks noChangeAspect="1"/>
          </p:cNvPicPr>
          <p:nvPr userDrawn="1"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7693660" y="668020"/>
            <a:ext cx="2865755" cy="1417955"/>
          </a:xfrm>
          <a:prstGeom prst="rect">
            <a:avLst/>
          </a:prstGeom>
        </p:spPr>
      </p:pic>
      <p:sp>
        <p:nvSpPr>
          <p:cNvPr id="16" name="矩形: 剪去对角 15"/>
          <p:cNvSpPr/>
          <p:nvPr userDrawn="1"/>
        </p:nvSpPr>
        <p:spPr>
          <a:xfrm>
            <a:off x="1637030" y="3700780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2159635" y="3738880"/>
            <a:ext cx="4147185" cy="1397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剪去对角 17"/>
          <p:cNvSpPr/>
          <p:nvPr userDrawn="1"/>
        </p:nvSpPr>
        <p:spPr>
          <a:xfrm>
            <a:off x="1637030" y="457644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 flipV="1">
            <a:off x="2159635" y="4597400"/>
            <a:ext cx="4916805" cy="1714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剪去对角 19"/>
          <p:cNvSpPr/>
          <p:nvPr userDrawn="1"/>
        </p:nvSpPr>
        <p:spPr>
          <a:xfrm>
            <a:off x="1637030" y="555942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2159635" y="5597525"/>
            <a:ext cx="5791835" cy="1143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占位符 39"/>
          <p:cNvSpPr>
            <a:spLocks noGrp="1"/>
          </p:cNvSpPr>
          <p:nvPr>
            <p:ph type="body" sz="quarter" idx="10"/>
          </p:nvPr>
        </p:nvSpPr>
        <p:spPr>
          <a:xfrm>
            <a:off x="1888241" y="840073"/>
            <a:ext cx="8395012" cy="914400"/>
          </a:xfrm>
        </p:spPr>
        <p:txBody>
          <a:bodyPr/>
          <a:lstStyle>
            <a:lvl1pPr>
              <a:defRPr lang="zh-CN" altLang="en-US" sz="4800" kern="1200" smtClean="0">
                <a:solidFill>
                  <a:schemeClr val="accent4"/>
                </a:solidFill>
                <a:latin typeface="+mj-lt"/>
                <a:ea typeface="+mj-lt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2" name="文本占位符 41"/>
          <p:cNvSpPr>
            <a:spLocks noGrp="1"/>
          </p:cNvSpPr>
          <p:nvPr>
            <p:ph type="body" sz="quarter" idx="11"/>
          </p:nvPr>
        </p:nvSpPr>
        <p:spPr>
          <a:xfrm>
            <a:off x="1530975" y="2041783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4" name="文本占位符 43"/>
          <p:cNvSpPr>
            <a:spLocks noGrp="1"/>
          </p:cNvSpPr>
          <p:nvPr>
            <p:ph type="body" sz="quarter" idx="12"/>
          </p:nvPr>
        </p:nvSpPr>
        <p:spPr>
          <a:xfrm>
            <a:off x="1548464" y="2943690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5" name="文本占位符 44"/>
          <p:cNvSpPr>
            <a:spLocks noGrp="1"/>
          </p:cNvSpPr>
          <p:nvPr>
            <p:ph type="body" sz="quarter" idx="13"/>
          </p:nvPr>
        </p:nvSpPr>
        <p:spPr>
          <a:xfrm>
            <a:off x="1550962" y="3785637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6" name="文本占位符 45"/>
          <p:cNvSpPr>
            <a:spLocks noGrp="1"/>
          </p:cNvSpPr>
          <p:nvPr>
            <p:ph type="body" sz="quarter" idx="14"/>
          </p:nvPr>
        </p:nvSpPr>
        <p:spPr>
          <a:xfrm>
            <a:off x="1538471" y="4822457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211570" y="2139950"/>
            <a:ext cx="4751070" cy="63055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 flipH="1">
            <a:off x="1637030" y="978535"/>
            <a:ext cx="76200" cy="7607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tape-145367"/>
          <p:cNvPicPr>
            <a:picLocks noChangeAspect="1"/>
          </p:cNvPicPr>
          <p:nvPr userDrawn="1"/>
        </p:nvPicPr>
        <p:blipFill>
          <a:blip r:embed="rId2">
            <a:alphaModFix amt="40000"/>
          </a:blip>
          <a:stretch>
            <a:fillRect/>
          </a:stretch>
        </p:blipFill>
        <p:spPr>
          <a:xfrm rot="3000000">
            <a:off x="8285480" y="1600200"/>
            <a:ext cx="3056890" cy="1528445"/>
          </a:xfrm>
          <a:prstGeom prst="rect">
            <a:avLst/>
          </a:prstGeom>
        </p:spPr>
      </p:pic>
      <p:pic>
        <p:nvPicPr>
          <p:cNvPr id="11" name="图形 10" descr="undraw_ideas_re_7twj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37030" y="2260600"/>
            <a:ext cx="3216275" cy="3549015"/>
          </a:xfrm>
          <a:prstGeom prst="rect">
            <a:avLst/>
          </a:prstGeom>
          <a:effectLst>
            <a:outerShdw blurRad="254000" dist="1270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14" name="文本占位符 13"/>
          <p:cNvSpPr>
            <a:spLocks noGrp="1"/>
          </p:cNvSpPr>
          <p:nvPr>
            <p:ph type="body" sz="quarter" idx="12"/>
          </p:nvPr>
        </p:nvSpPr>
        <p:spPr>
          <a:xfrm>
            <a:off x="1833277" y="830077"/>
            <a:ext cx="8395012" cy="914400"/>
          </a:xfrm>
        </p:spPr>
        <p:txBody>
          <a:bodyPr/>
          <a:lstStyle>
            <a:lvl1pPr>
              <a:defRPr lang="zh-CN" altLang="en-US" sz="48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3"/>
          </p:nvPr>
        </p:nvSpPr>
        <p:spPr>
          <a:xfrm>
            <a:off x="6253554" y="2848626"/>
            <a:ext cx="12181930" cy="914400"/>
          </a:xfrm>
        </p:spPr>
        <p:txBody>
          <a:bodyPr/>
          <a:lstStyle>
            <a:lvl1pPr>
              <a:defRPr lang="zh-CN" altLang="en-US" sz="60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2596450" y="5469836"/>
            <a:ext cx="8395012" cy="394148"/>
          </a:xfrm>
          <a:noFill/>
        </p:spPr>
        <p:txBody>
          <a:bodyPr wrap="square" rtlCol="0">
            <a:spAutoFit/>
          </a:bodyPr>
          <a:lstStyle>
            <a:lvl1pPr algn="r">
              <a:defRPr lang="zh-CN" altLang="en-US" sz="1600" dirty="0">
                <a:solidFill>
                  <a:schemeClr val="accent5"/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marL="0"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 descr="undraw_my_password_re_ydq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50300" y="3740150"/>
            <a:ext cx="2023745" cy="1971040"/>
          </a:xfrm>
          <a:prstGeom prst="rect">
            <a:avLst/>
          </a:prstGeom>
          <a:effectLst>
            <a:outerShdw blurRad="203200" dist="1016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pic>
        <p:nvPicPr>
          <p:cNvPr id="9" name="图形 8" descr="undraw_portfolio_website_re_jsdd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245235" y="1139825"/>
            <a:ext cx="2332355" cy="1564640"/>
          </a:xfrm>
          <a:prstGeom prst="rect">
            <a:avLst/>
          </a:prstGeom>
          <a:effectLst>
            <a:outerShdw blurRad="203200" dist="1016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10" name="矩形 9"/>
          <p:cNvSpPr/>
          <p:nvPr userDrawn="1"/>
        </p:nvSpPr>
        <p:spPr>
          <a:xfrm>
            <a:off x="1245235" y="5164455"/>
            <a:ext cx="2332355" cy="5467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 rot="540000">
            <a:off x="8733155" y="653415"/>
            <a:ext cx="4686300" cy="1557020"/>
            <a:chOff x="12808" y="83"/>
            <a:chExt cx="8827" cy="2732"/>
          </a:xfrm>
        </p:grpSpPr>
        <p:cxnSp>
          <p:nvCxnSpPr>
            <p:cNvPr id="12" name="直接连接符 11"/>
            <p:cNvCxnSpPr/>
            <p:nvPr/>
          </p:nvCxnSpPr>
          <p:spPr>
            <a:xfrm flipH="1">
              <a:off x="12808" y="83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2903" y="718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13005" y="1392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 descr="tape-145367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alphaModFix amt="40000"/>
          </a:blip>
          <a:stretch>
            <a:fillRect/>
          </a:stretch>
        </p:blipFill>
        <p:spPr>
          <a:xfrm rot="3120000">
            <a:off x="12065" y="4385945"/>
            <a:ext cx="2515235" cy="1257935"/>
          </a:xfrm>
          <a:prstGeom prst="rect">
            <a:avLst/>
          </a:prstGeom>
        </p:spPr>
      </p:pic>
      <p:sp>
        <p:nvSpPr>
          <p:cNvPr id="18" name="文本占位符 17"/>
          <p:cNvSpPr>
            <a:spLocks noGrp="1"/>
          </p:cNvSpPr>
          <p:nvPr>
            <p:ph type="body" sz="quarter" idx="10"/>
          </p:nvPr>
        </p:nvSpPr>
        <p:spPr>
          <a:xfrm>
            <a:off x="3734795" y="2697055"/>
            <a:ext cx="9423265" cy="1409996"/>
          </a:xfrm>
        </p:spPr>
        <p:txBody>
          <a:bodyPr/>
          <a:lstStyle>
            <a:lvl1pPr>
              <a:defRPr lang="zh-CN" altLang="en-US" sz="5400" kern="1200" dirty="0" smtClean="0">
                <a:solidFill>
                  <a:schemeClr val="accent4"/>
                </a:solidFill>
                <a:latin typeface="+mn-lt"/>
                <a:ea typeface="+mn-lt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3Column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形状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440603" y="182445"/>
            <a:ext cx="1657138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153012" y="759876"/>
            <a:ext cx="7074345" cy="53991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4153012" y="182445"/>
            <a:ext cx="2259871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440603" y="759873"/>
            <a:ext cx="1657138" cy="44026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65" b="0" i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 hasCustomPrompt="1"/>
          </p:nvPr>
        </p:nvSpPr>
        <p:spPr>
          <a:xfrm>
            <a:off x="440603" y="1490309"/>
            <a:ext cx="1657138" cy="460781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2377999" y="182445"/>
            <a:ext cx="1494754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7" hasCustomPrompt="1"/>
          </p:nvPr>
        </p:nvSpPr>
        <p:spPr>
          <a:xfrm>
            <a:off x="2378000" y="759876"/>
            <a:ext cx="1494754" cy="53991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undraw_inspiration_re_ivlv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5535" y="4018280"/>
            <a:ext cx="2383790" cy="2017395"/>
          </a:xfrm>
          <a:prstGeom prst="rect">
            <a:avLst/>
          </a:prstGeom>
          <a:effectLst>
            <a:outerShdw blurRad="203200" dist="101600" dir="2700000" algn="tl" rotWithShape="0">
              <a:schemeClr val="bg1">
                <a:lumMod val="10000"/>
                <a:alpha val="30000"/>
              </a:schemeClr>
            </a:outerShdw>
          </a:effectLst>
        </p:spPr>
      </p:pic>
      <p:sp>
        <p:nvSpPr>
          <p:cNvPr id="7" name="矩形 6"/>
          <p:cNvSpPr/>
          <p:nvPr userDrawn="1"/>
        </p:nvSpPr>
        <p:spPr>
          <a:xfrm>
            <a:off x="1245235" y="4329430"/>
            <a:ext cx="3276600" cy="18440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314450" y="2162175"/>
            <a:ext cx="3829050" cy="0"/>
          </a:xfrm>
          <a:prstGeom prst="line">
            <a:avLst/>
          </a:prstGeom>
          <a:ln>
            <a:solidFill>
              <a:srgbClr val="86C1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 rot="540000">
            <a:off x="8114310" y="162330"/>
            <a:ext cx="5605145" cy="1734820"/>
            <a:chOff x="12808" y="83"/>
            <a:chExt cx="8827" cy="2732"/>
          </a:xfrm>
        </p:grpSpPr>
        <p:cxnSp>
          <p:nvCxnSpPr>
            <p:cNvPr id="11" name="直接连接符 10"/>
            <p:cNvCxnSpPr/>
            <p:nvPr/>
          </p:nvCxnSpPr>
          <p:spPr>
            <a:xfrm flipH="1">
              <a:off x="12808" y="83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12903" y="718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3005" y="1392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1223962" y="1271588"/>
            <a:ext cx="7517081" cy="914400"/>
          </a:xfrm>
          <a:noFill/>
        </p:spPr>
        <p:txBody>
          <a:bodyPr wrap="square" rtlCol="0">
            <a:noAutofit/>
          </a:bodyPr>
          <a:lstStyle>
            <a:lvl1pPr>
              <a:defRPr lang="zh-CN" altLang="en-US" sz="4000" dirty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1"/>
          </p:nvPr>
        </p:nvSpPr>
        <p:spPr>
          <a:xfrm>
            <a:off x="1223962" y="2108496"/>
            <a:ext cx="10136295" cy="914400"/>
          </a:xfrm>
          <a:noFill/>
        </p:spPr>
        <p:txBody>
          <a:bodyPr wrap="square" rtlCol="0">
            <a:noAutofit/>
          </a:bodyPr>
          <a:lstStyle>
            <a:lvl1pPr>
              <a:defRPr lang="zh-CN" altLang="en-US" sz="5400" kern="1200" dirty="0" smtClean="0">
                <a:solidFill>
                  <a:schemeClr val="accent4"/>
                </a:solidFill>
                <a:latin typeface="+mj-lt"/>
                <a:ea typeface="OPPOSans R" panose="00020600040101010101" charset="-122"/>
                <a:cs typeface="思源黑体 Regular" panose="020B0500000000000000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形 9" descr="undraw_design_data_re_0s2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3660" y="2233930"/>
            <a:ext cx="2988310" cy="3401695"/>
          </a:xfrm>
          <a:prstGeom prst="rect">
            <a:avLst/>
          </a:prstGeom>
          <a:effectLst>
            <a:outerShdw blurRad="254000" dist="1270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12" name="矩形 11"/>
          <p:cNvSpPr/>
          <p:nvPr userDrawn="1"/>
        </p:nvSpPr>
        <p:spPr>
          <a:xfrm flipH="1">
            <a:off x="1637030" y="996950"/>
            <a:ext cx="76200" cy="760730"/>
          </a:xfrm>
          <a:prstGeom prst="rect">
            <a:avLst/>
          </a:prstGeom>
          <a:solidFill>
            <a:srgbClr val="86C1C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13" name="矩形: 剪去对角 12"/>
          <p:cNvSpPr/>
          <p:nvPr userDrawn="1"/>
        </p:nvSpPr>
        <p:spPr>
          <a:xfrm>
            <a:off x="1637030" y="281495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2159635" y="2853055"/>
            <a:ext cx="5399405" cy="952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 descr="tape-145367"/>
          <p:cNvPicPr>
            <a:picLocks noChangeAspect="1"/>
          </p:cNvPicPr>
          <p:nvPr userDrawn="1"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7693660" y="668020"/>
            <a:ext cx="2865755" cy="1417955"/>
          </a:xfrm>
          <a:prstGeom prst="rect">
            <a:avLst/>
          </a:prstGeom>
        </p:spPr>
      </p:pic>
      <p:sp>
        <p:nvSpPr>
          <p:cNvPr id="16" name="矩形: 剪去对角 15"/>
          <p:cNvSpPr/>
          <p:nvPr userDrawn="1"/>
        </p:nvSpPr>
        <p:spPr>
          <a:xfrm>
            <a:off x="1637030" y="3700780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2159635" y="3738880"/>
            <a:ext cx="4147185" cy="1397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剪去对角 17"/>
          <p:cNvSpPr/>
          <p:nvPr userDrawn="1"/>
        </p:nvSpPr>
        <p:spPr>
          <a:xfrm>
            <a:off x="1637030" y="457644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 flipV="1">
            <a:off x="2159635" y="4597400"/>
            <a:ext cx="4916805" cy="1714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剪去对角 19"/>
          <p:cNvSpPr/>
          <p:nvPr userDrawn="1"/>
        </p:nvSpPr>
        <p:spPr>
          <a:xfrm>
            <a:off x="1637030" y="555942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2159635" y="5597525"/>
            <a:ext cx="5791835" cy="1143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占位符 39"/>
          <p:cNvSpPr>
            <a:spLocks noGrp="1"/>
          </p:cNvSpPr>
          <p:nvPr>
            <p:ph type="body" sz="quarter" idx="10"/>
          </p:nvPr>
        </p:nvSpPr>
        <p:spPr>
          <a:xfrm>
            <a:off x="1888241" y="840073"/>
            <a:ext cx="8395012" cy="914400"/>
          </a:xfrm>
        </p:spPr>
        <p:txBody>
          <a:bodyPr/>
          <a:lstStyle>
            <a:lvl1pPr>
              <a:defRPr lang="zh-CN" altLang="en-US" sz="4800" kern="1200" smtClean="0">
                <a:solidFill>
                  <a:schemeClr val="accent4"/>
                </a:solidFill>
                <a:latin typeface="+mj-lt"/>
                <a:ea typeface="+mj-lt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2" name="文本占位符 41"/>
          <p:cNvSpPr>
            <a:spLocks noGrp="1"/>
          </p:cNvSpPr>
          <p:nvPr>
            <p:ph type="body" sz="quarter" idx="11"/>
          </p:nvPr>
        </p:nvSpPr>
        <p:spPr>
          <a:xfrm>
            <a:off x="1530975" y="2041783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4" name="文本占位符 43"/>
          <p:cNvSpPr>
            <a:spLocks noGrp="1"/>
          </p:cNvSpPr>
          <p:nvPr>
            <p:ph type="body" sz="quarter" idx="12"/>
          </p:nvPr>
        </p:nvSpPr>
        <p:spPr>
          <a:xfrm>
            <a:off x="1548464" y="2943690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5" name="文本占位符 44"/>
          <p:cNvSpPr>
            <a:spLocks noGrp="1"/>
          </p:cNvSpPr>
          <p:nvPr>
            <p:ph type="body" sz="quarter" idx="13"/>
          </p:nvPr>
        </p:nvSpPr>
        <p:spPr>
          <a:xfrm>
            <a:off x="1550962" y="3785637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6" name="文本占位符 45"/>
          <p:cNvSpPr>
            <a:spLocks noGrp="1"/>
          </p:cNvSpPr>
          <p:nvPr>
            <p:ph type="body" sz="quarter" idx="14"/>
          </p:nvPr>
        </p:nvSpPr>
        <p:spPr>
          <a:xfrm>
            <a:off x="1538471" y="4822457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211570" y="2139950"/>
            <a:ext cx="4751070" cy="63055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 flipH="1">
            <a:off x="1637030" y="978535"/>
            <a:ext cx="76200" cy="7607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tape-145367"/>
          <p:cNvPicPr>
            <a:picLocks noChangeAspect="1"/>
          </p:cNvPicPr>
          <p:nvPr userDrawn="1"/>
        </p:nvPicPr>
        <p:blipFill>
          <a:blip r:embed="rId2">
            <a:alphaModFix amt="40000"/>
          </a:blip>
          <a:stretch>
            <a:fillRect/>
          </a:stretch>
        </p:blipFill>
        <p:spPr>
          <a:xfrm rot="3000000">
            <a:off x="8285480" y="1600200"/>
            <a:ext cx="3056890" cy="1528445"/>
          </a:xfrm>
          <a:prstGeom prst="rect">
            <a:avLst/>
          </a:prstGeom>
        </p:spPr>
      </p:pic>
      <p:pic>
        <p:nvPicPr>
          <p:cNvPr id="11" name="图形 10" descr="undraw_ideas_re_7twj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37030" y="2260600"/>
            <a:ext cx="3216275" cy="3549015"/>
          </a:xfrm>
          <a:prstGeom prst="rect">
            <a:avLst/>
          </a:prstGeom>
          <a:effectLst>
            <a:outerShdw blurRad="254000" dist="1270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14" name="文本占位符 13"/>
          <p:cNvSpPr>
            <a:spLocks noGrp="1"/>
          </p:cNvSpPr>
          <p:nvPr>
            <p:ph type="body" sz="quarter" idx="12"/>
          </p:nvPr>
        </p:nvSpPr>
        <p:spPr>
          <a:xfrm>
            <a:off x="1833277" y="830077"/>
            <a:ext cx="8395012" cy="914400"/>
          </a:xfrm>
        </p:spPr>
        <p:txBody>
          <a:bodyPr/>
          <a:lstStyle>
            <a:lvl1pPr>
              <a:defRPr lang="zh-CN" altLang="en-US" sz="48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3"/>
          </p:nvPr>
        </p:nvSpPr>
        <p:spPr>
          <a:xfrm>
            <a:off x="6253554" y="2848626"/>
            <a:ext cx="12181930" cy="914400"/>
          </a:xfrm>
        </p:spPr>
        <p:txBody>
          <a:bodyPr/>
          <a:lstStyle>
            <a:lvl1pPr>
              <a:defRPr lang="zh-CN" altLang="en-US" sz="60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2596450" y="5469836"/>
            <a:ext cx="8395012" cy="394148"/>
          </a:xfrm>
          <a:noFill/>
        </p:spPr>
        <p:txBody>
          <a:bodyPr wrap="square" rtlCol="0">
            <a:spAutoFit/>
          </a:bodyPr>
          <a:lstStyle>
            <a:lvl1pPr algn="r">
              <a:defRPr lang="zh-CN" altLang="en-US" sz="1600" dirty="0">
                <a:solidFill>
                  <a:schemeClr val="accent5"/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marL="0"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 descr="undraw_my_password_re_ydq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50300" y="3740150"/>
            <a:ext cx="2023745" cy="1971040"/>
          </a:xfrm>
          <a:prstGeom prst="rect">
            <a:avLst/>
          </a:prstGeom>
          <a:effectLst>
            <a:outerShdw blurRad="203200" dist="1016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pic>
        <p:nvPicPr>
          <p:cNvPr id="9" name="图形 8" descr="undraw_portfolio_website_re_jsdd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245235" y="1139825"/>
            <a:ext cx="2332355" cy="1564640"/>
          </a:xfrm>
          <a:prstGeom prst="rect">
            <a:avLst/>
          </a:prstGeom>
          <a:effectLst>
            <a:outerShdw blurRad="203200" dist="1016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10" name="矩形 9"/>
          <p:cNvSpPr/>
          <p:nvPr userDrawn="1"/>
        </p:nvSpPr>
        <p:spPr>
          <a:xfrm>
            <a:off x="1245235" y="5164455"/>
            <a:ext cx="2332355" cy="5467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 rot="540000">
            <a:off x="8733155" y="653415"/>
            <a:ext cx="4686300" cy="1557020"/>
            <a:chOff x="12808" y="83"/>
            <a:chExt cx="8827" cy="2732"/>
          </a:xfrm>
        </p:grpSpPr>
        <p:cxnSp>
          <p:nvCxnSpPr>
            <p:cNvPr id="12" name="直接连接符 11"/>
            <p:cNvCxnSpPr/>
            <p:nvPr/>
          </p:nvCxnSpPr>
          <p:spPr>
            <a:xfrm flipH="1">
              <a:off x="12808" y="83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2903" y="718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13005" y="1392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 descr="tape-145367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alphaModFix amt="40000"/>
          </a:blip>
          <a:stretch>
            <a:fillRect/>
          </a:stretch>
        </p:blipFill>
        <p:spPr>
          <a:xfrm rot="3120000">
            <a:off x="12065" y="4385945"/>
            <a:ext cx="2515235" cy="1257935"/>
          </a:xfrm>
          <a:prstGeom prst="rect">
            <a:avLst/>
          </a:prstGeom>
        </p:spPr>
      </p:pic>
      <p:sp>
        <p:nvSpPr>
          <p:cNvPr id="18" name="文本占位符 17"/>
          <p:cNvSpPr>
            <a:spLocks noGrp="1"/>
          </p:cNvSpPr>
          <p:nvPr>
            <p:ph type="body" sz="quarter" idx="10"/>
          </p:nvPr>
        </p:nvSpPr>
        <p:spPr>
          <a:xfrm>
            <a:off x="3734795" y="2697055"/>
            <a:ext cx="9423265" cy="1409996"/>
          </a:xfrm>
        </p:spPr>
        <p:txBody>
          <a:bodyPr/>
          <a:lstStyle>
            <a:lvl1pPr>
              <a:defRPr lang="zh-CN" altLang="en-US" sz="5400" kern="1200" dirty="0" smtClean="0">
                <a:solidFill>
                  <a:schemeClr val="accent4"/>
                </a:solidFill>
                <a:latin typeface="+mn-lt"/>
                <a:ea typeface="+mn-lt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3Column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形状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440603" y="182445"/>
            <a:ext cx="1657138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153012" y="759876"/>
            <a:ext cx="7074345" cy="53991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4153012" y="182445"/>
            <a:ext cx="2259871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440603" y="759873"/>
            <a:ext cx="1657138" cy="44026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65" b="0" i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 hasCustomPrompt="1"/>
          </p:nvPr>
        </p:nvSpPr>
        <p:spPr>
          <a:xfrm>
            <a:off x="440603" y="1490309"/>
            <a:ext cx="1657138" cy="460781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2377999" y="182445"/>
            <a:ext cx="1494754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7" hasCustomPrompt="1"/>
          </p:nvPr>
        </p:nvSpPr>
        <p:spPr>
          <a:xfrm>
            <a:off x="2378000" y="759876"/>
            <a:ext cx="1494754" cy="53991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undraw_inspiration_re_ivlv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5535" y="4018280"/>
            <a:ext cx="2383790" cy="2017395"/>
          </a:xfrm>
          <a:prstGeom prst="rect">
            <a:avLst/>
          </a:prstGeom>
          <a:effectLst>
            <a:outerShdw blurRad="203200" dist="101600" dir="2700000" algn="tl" rotWithShape="0">
              <a:schemeClr val="bg1">
                <a:lumMod val="10000"/>
                <a:alpha val="30000"/>
              </a:schemeClr>
            </a:outerShdw>
          </a:effectLst>
        </p:spPr>
      </p:pic>
      <p:sp>
        <p:nvSpPr>
          <p:cNvPr id="7" name="矩形 6"/>
          <p:cNvSpPr/>
          <p:nvPr userDrawn="1"/>
        </p:nvSpPr>
        <p:spPr>
          <a:xfrm>
            <a:off x="1245235" y="4329430"/>
            <a:ext cx="3276600" cy="18440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314450" y="2162175"/>
            <a:ext cx="3829050" cy="0"/>
          </a:xfrm>
          <a:prstGeom prst="line">
            <a:avLst/>
          </a:prstGeom>
          <a:ln>
            <a:solidFill>
              <a:srgbClr val="86C1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 rot="540000">
            <a:off x="8114310" y="162330"/>
            <a:ext cx="5605145" cy="1734820"/>
            <a:chOff x="12808" y="83"/>
            <a:chExt cx="8827" cy="2732"/>
          </a:xfrm>
        </p:grpSpPr>
        <p:cxnSp>
          <p:nvCxnSpPr>
            <p:cNvPr id="11" name="直接连接符 10"/>
            <p:cNvCxnSpPr/>
            <p:nvPr/>
          </p:nvCxnSpPr>
          <p:spPr>
            <a:xfrm flipH="1">
              <a:off x="12808" y="83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12903" y="718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3005" y="1392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1223962" y="1271588"/>
            <a:ext cx="7517081" cy="914400"/>
          </a:xfrm>
          <a:noFill/>
        </p:spPr>
        <p:txBody>
          <a:bodyPr wrap="square" rtlCol="0">
            <a:noAutofit/>
          </a:bodyPr>
          <a:lstStyle>
            <a:lvl1pPr>
              <a:defRPr lang="zh-CN" altLang="en-US" sz="4000" dirty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1"/>
          </p:nvPr>
        </p:nvSpPr>
        <p:spPr>
          <a:xfrm>
            <a:off x="1223962" y="2108496"/>
            <a:ext cx="10136295" cy="914400"/>
          </a:xfrm>
          <a:noFill/>
        </p:spPr>
        <p:txBody>
          <a:bodyPr wrap="square" rtlCol="0">
            <a:noAutofit/>
          </a:bodyPr>
          <a:lstStyle>
            <a:lvl1pPr>
              <a:defRPr lang="zh-CN" altLang="en-US" sz="5400" kern="1200" dirty="0" smtClean="0">
                <a:solidFill>
                  <a:schemeClr val="accent4"/>
                </a:solidFill>
                <a:latin typeface="+mj-lt"/>
                <a:ea typeface="OPPOSans R" panose="00020600040101010101" charset="-122"/>
                <a:cs typeface="思源黑体 Regular" panose="020B0500000000000000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形 9" descr="undraw_design_data_re_0s2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3660" y="2233930"/>
            <a:ext cx="2988310" cy="3401695"/>
          </a:xfrm>
          <a:prstGeom prst="rect">
            <a:avLst/>
          </a:prstGeom>
          <a:effectLst>
            <a:outerShdw blurRad="254000" dist="1270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12" name="矩形 11"/>
          <p:cNvSpPr/>
          <p:nvPr userDrawn="1"/>
        </p:nvSpPr>
        <p:spPr>
          <a:xfrm flipH="1">
            <a:off x="1637030" y="996950"/>
            <a:ext cx="76200" cy="760730"/>
          </a:xfrm>
          <a:prstGeom prst="rect">
            <a:avLst/>
          </a:prstGeom>
          <a:solidFill>
            <a:srgbClr val="86C1C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13" name="矩形: 剪去对角 12"/>
          <p:cNvSpPr/>
          <p:nvPr userDrawn="1"/>
        </p:nvSpPr>
        <p:spPr>
          <a:xfrm>
            <a:off x="1637030" y="281495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2159635" y="2853055"/>
            <a:ext cx="5399405" cy="952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 descr="tape-145367"/>
          <p:cNvPicPr>
            <a:picLocks noChangeAspect="1"/>
          </p:cNvPicPr>
          <p:nvPr userDrawn="1"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7693660" y="668020"/>
            <a:ext cx="2865755" cy="1417955"/>
          </a:xfrm>
          <a:prstGeom prst="rect">
            <a:avLst/>
          </a:prstGeom>
        </p:spPr>
      </p:pic>
      <p:sp>
        <p:nvSpPr>
          <p:cNvPr id="16" name="矩形: 剪去对角 15"/>
          <p:cNvSpPr/>
          <p:nvPr userDrawn="1"/>
        </p:nvSpPr>
        <p:spPr>
          <a:xfrm>
            <a:off x="1637030" y="3700780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2159635" y="3738880"/>
            <a:ext cx="4147185" cy="1397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剪去对角 17"/>
          <p:cNvSpPr/>
          <p:nvPr userDrawn="1"/>
        </p:nvSpPr>
        <p:spPr>
          <a:xfrm>
            <a:off x="1637030" y="457644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 flipV="1">
            <a:off x="2159635" y="4597400"/>
            <a:ext cx="4916805" cy="1714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剪去对角 19"/>
          <p:cNvSpPr/>
          <p:nvPr userDrawn="1"/>
        </p:nvSpPr>
        <p:spPr>
          <a:xfrm>
            <a:off x="1637030" y="555942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2159635" y="5597525"/>
            <a:ext cx="5791835" cy="1143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占位符 39"/>
          <p:cNvSpPr>
            <a:spLocks noGrp="1"/>
          </p:cNvSpPr>
          <p:nvPr>
            <p:ph type="body" sz="quarter" idx="10"/>
          </p:nvPr>
        </p:nvSpPr>
        <p:spPr>
          <a:xfrm>
            <a:off x="1888241" y="840073"/>
            <a:ext cx="8395012" cy="914400"/>
          </a:xfrm>
        </p:spPr>
        <p:txBody>
          <a:bodyPr/>
          <a:lstStyle>
            <a:lvl1pPr>
              <a:defRPr lang="zh-CN" altLang="en-US" sz="4800" kern="1200" smtClean="0">
                <a:solidFill>
                  <a:schemeClr val="accent4"/>
                </a:solidFill>
                <a:latin typeface="+mj-lt"/>
                <a:ea typeface="+mj-lt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2" name="文本占位符 41"/>
          <p:cNvSpPr>
            <a:spLocks noGrp="1"/>
          </p:cNvSpPr>
          <p:nvPr>
            <p:ph type="body" sz="quarter" idx="11"/>
          </p:nvPr>
        </p:nvSpPr>
        <p:spPr>
          <a:xfrm>
            <a:off x="1530975" y="2041783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4" name="文本占位符 43"/>
          <p:cNvSpPr>
            <a:spLocks noGrp="1"/>
          </p:cNvSpPr>
          <p:nvPr>
            <p:ph type="body" sz="quarter" idx="12"/>
          </p:nvPr>
        </p:nvSpPr>
        <p:spPr>
          <a:xfrm>
            <a:off x="1548464" y="2943690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5" name="文本占位符 44"/>
          <p:cNvSpPr>
            <a:spLocks noGrp="1"/>
          </p:cNvSpPr>
          <p:nvPr>
            <p:ph type="body" sz="quarter" idx="13"/>
          </p:nvPr>
        </p:nvSpPr>
        <p:spPr>
          <a:xfrm>
            <a:off x="1550962" y="3785637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6" name="文本占位符 45"/>
          <p:cNvSpPr>
            <a:spLocks noGrp="1"/>
          </p:cNvSpPr>
          <p:nvPr>
            <p:ph type="body" sz="quarter" idx="14"/>
          </p:nvPr>
        </p:nvSpPr>
        <p:spPr>
          <a:xfrm>
            <a:off x="1538471" y="4822457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211570" y="2139950"/>
            <a:ext cx="4751070" cy="63055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 flipH="1">
            <a:off x="1637030" y="978535"/>
            <a:ext cx="76200" cy="7607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tape-145367"/>
          <p:cNvPicPr>
            <a:picLocks noChangeAspect="1"/>
          </p:cNvPicPr>
          <p:nvPr userDrawn="1"/>
        </p:nvPicPr>
        <p:blipFill>
          <a:blip r:embed="rId2">
            <a:alphaModFix amt="40000"/>
          </a:blip>
          <a:stretch>
            <a:fillRect/>
          </a:stretch>
        </p:blipFill>
        <p:spPr>
          <a:xfrm rot="3000000">
            <a:off x="8285480" y="1600200"/>
            <a:ext cx="3056890" cy="1528445"/>
          </a:xfrm>
          <a:prstGeom prst="rect">
            <a:avLst/>
          </a:prstGeom>
        </p:spPr>
      </p:pic>
      <p:pic>
        <p:nvPicPr>
          <p:cNvPr id="11" name="图形 10" descr="undraw_ideas_re_7twj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37030" y="2260600"/>
            <a:ext cx="3216275" cy="3549015"/>
          </a:xfrm>
          <a:prstGeom prst="rect">
            <a:avLst/>
          </a:prstGeom>
          <a:effectLst>
            <a:outerShdw blurRad="254000" dist="1270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14" name="文本占位符 13"/>
          <p:cNvSpPr>
            <a:spLocks noGrp="1"/>
          </p:cNvSpPr>
          <p:nvPr>
            <p:ph type="body" sz="quarter" idx="12"/>
          </p:nvPr>
        </p:nvSpPr>
        <p:spPr>
          <a:xfrm>
            <a:off x="1833277" y="830077"/>
            <a:ext cx="8395012" cy="914400"/>
          </a:xfrm>
        </p:spPr>
        <p:txBody>
          <a:bodyPr/>
          <a:lstStyle>
            <a:lvl1pPr>
              <a:defRPr lang="zh-CN" altLang="en-US" sz="48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3"/>
          </p:nvPr>
        </p:nvSpPr>
        <p:spPr>
          <a:xfrm>
            <a:off x="6253554" y="2848626"/>
            <a:ext cx="12181930" cy="914400"/>
          </a:xfrm>
        </p:spPr>
        <p:txBody>
          <a:bodyPr/>
          <a:lstStyle>
            <a:lvl1pPr>
              <a:defRPr lang="zh-CN" altLang="en-US" sz="60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2596450" y="5469836"/>
            <a:ext cx="8395012" cy="394148"/>
          </a:xfrm>
          <a:noFill/>
        </p:spPr>
        <p:txBody>
          <a:bodyPr wrap="square" rtlCol="0">
            <a:spAutoFit/>
          </a:bodyPr>
          <a:lstStyle>
            <a:lvl1pPr algn="r">
              <a:defRPr lang="zh-CN" altLang="en-US" sz="1600" dirty="0">
                <a:solidFill>
                  <a:schemeClr val="accent5"/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marL="0"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 descr="undraw_my_password_re_ydq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50300" y="3740150"/>
            <a:ext cx="2023745" cy="1971040"/>
          </a:xfrm>
          <a:prstGeom prst="rect">
            <a:avLst/>
          </a:prstGeom>
          <a:effectLst>
            <a:outerShdw blurRad="203200" dist="1016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pic>
        <p:nvPicPr>
          <p:cNvPr id="9" name="图形 8" descr="undraw_portfolio_website_re_jsdd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245235" y="1139825"/>
            <a:ext cx="2332355" cy="1564640"/>
          </a:xfrm>
          <a:prstGeom prst="rect">
            <a:avLst/>
          </a:prstGeom>
          <a:effectLst>
            <a:outerShdw blurRad="203200" dist="1016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10" name="矩形 9"/>
          <p:cNvSpPr/>
          <p:nvPr userDrawn="1"/>
        </p:nvSpPr>
        <p:spPr>
          <a:xfrm>
            <a:off x="1245235" y="5164455"/>
            <a:ext cx="2332355" cy="5467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 rot="540000">
            <a:off x="8733155" y="653415"/>
            <a:ext cx="4686300" cy="1557020"/>
            <a:chOff x="12808" y="83"/>
            <a:chExt cx="8827" cy="2732"/>
          </a:xfrm>
        </p:grpSpPr>
        <p:cxnSp>
          <p:nvCxnSpPr>
            <p:cNvPr id="12" name="直接连接符 11"/>
            <p:cNvCxnSpPr/>
            <p:nvPr/>
          </p:nvCxnSpPr>
          <p:spPr>
            <a:xfrm flipH="1">
              <a:off x="12808" y="83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2903" y="718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13005" y="1392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 descr="tape-145367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alphaModFix amt="40000"/>
          </a:blip>
          <a:stretch>
            <a:fillRect/>
          </a:stretch>
        </p:blipFill>
        <p:spPr>
          <a:xfrm rot="3120000">
            <a:off x="12065" y="4385945"/>
            <a:ext cx="2515235" cy="1257935"/>
          </a:xfrm>
          <a:prstGeom prst="rect">
            <a:avLst/>
          </a:prstGeom>
        </p:spPr>
      </p:pic>
      <p:sp>
        <p:nvSpPr>
          <p:cNvPr id="18" name="文本占位符 17"/>
          <p:cNvSpPr>
            <a:spLocks noGrp="1"/>
          </p:cNvSpPr>
          <p:nvPr>
            <p:ph type="body" sz="quarter" idx="10"/>
          </p:nvPr>
        </p:nvSpPr>
        <p:spPr>
          <a:xfrm>
            <a:off x="3734795" y="2697055"/>
            <a:ext cx="9423265" cy="1409996"/>
          </a:xfrm>
        </p:spPr>
        <p:txBody>
          <a:bodyPr/>
          <a:lstStyle>
            <a:lvl1pPr>
              <a:defRPr lang="zh-CN" altLang="en-US" sz="5400" kern="1200" dirty="0" smtClean="0">
                <a:solidFill>
                  <a:schemeClr val="accent4"/>
                </a:solidFill>
                <a:latin typeface="+mn-lt"/>
                <a:ea typeface="+mn-lt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3Column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形状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440603" y="182445"/>
            <a:ext cx="1657138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153012" y="759876"/>
            <a:ext cx="7074345" cy="53991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4153012" y="182445"/>
            <a:ext cx="2259871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440603" y="759873"/>
            <a:ext cx="1657138" cy="44026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65" b="0" i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 hasCustomPrompt="1"/>
          </p:nvPr>
        </p:nvSpPr>
        <p:spPr>
          <a:xfrm>
            <a:off x="440603" y="1490309"/>
            <a:ext cx="1657138" cy="460781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2377999" y="182445"/>
            <a:ext cx="1494754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7" hasCustomPrompt="1"/>
          </p:nvPr>
        </p:nvSpPr>
        <p:spPr>
          <a:xfrm>
            <a:off x="2378000" y="759876"/>
            <a:ext cx="1494754" cy="53991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undraw_inspiration_re_ivlv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5535" y="4018280"/>
            <a:ext cx="2383790" cy="2017395"/>
          </a:xfrm>
          <a:prstGeom prst="rect">
            <a:avLst/>
          </a:prstGeom>
          <a:effectLst>
            <a:outerShdw blurRad="203200" dist="101600" dir="2700000" algn="tl" rotWithShape="0">
              <a:schemeClr val="bg1">
                <a:lumMod val="10000"/>
                <a:alpha val="30000"/>
              </a:schemeClr>
            </a:outerShdw>
          </a:effectLst>
        </p:spPr>
      </p:pic>
      <p:sp>
        <p:nvSpPr>
          <p:cNvPr id="7" name="矩形 6"/>
          <p:cNvSpPr/>
          <p:nvPr userDrawn="1"/>
        </p:nvSpPr>
        <p:spPr>
          <a:xfrm>
            <a:off x="1245235" y="4329430"/>
            <a:ext cx="3276600" cy="18440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314450" y="2162175"/>
            <a:ext cx="3829050" cy="0"/>
          </a:xfrm>
          <a:prstGeom prst="line">
            <a:avLst/>
          </a:prstGeom>
          <a:ln>
            <a:solidFill>
              <a:srgbClr val="86C1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 rot="540000">
            <a:off x="8114310" y="162330"/>
            <a:ext cx="5605145" cy="1734820"/>
            <a:chOff x="12808" y="83"/>
            <a:chExt cx="8827" cy="2732"/>
          </a:xfrm>
        </p:grpSpPr>
        <p:cxnSp>
          <p:nvCxnSpPr>
            <p:cNvPr id="11" name="直接连接符 10"/>
            <p:cNvCxnSpPr/>
            <p:nvPr/>
          </p:nvCxnSpPr>
          <p:spPr>
            <a:xfrm flipH="1">
              <a:off x="12808" y="83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12903" y="718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3005" y="1392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1223962" y="1271588"/>
            <a:ext cx="7517081" cy="914400"/>
          </a:xfrm>
          <a:noFill/>
        </p:spPr>
        <p:txBody>
          <a:bodyPr wrap="square" rtlCol="0">
            <a:noAutofit/>
          </a:bodyPr>
          <a:lstStyle>
            <a:lvl1pPr>
              <a:defRPr lang="zh-CN" altLang="en-US" sz="4000" dirty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1"/>
          </p:nvPr>
        </p:nvSpPr>
        <p:spPr>
          <a:xfrm>
            <a:off x="1223962" y="2108496"/>
            <a:ext cx="10136295" cy="914400"/>
          </a:xfrm>
          <a:noFill/>
        </p:spPr>
        <p:txBody>
          <a:bodyPr wrap="square" rtlCol="0">
            <a:noAutofit/>
          </a:bodyPr>
          <a:lstStyle>
            <a:lvl1pPr>
              <a:defRPr lang="zh-CN" altLang="en-US" sz="5400" kern="1200" dirty="0" smtClean="0">
                <a:solidFill>
                  <a:schemeClr val="accent4"/>
                </a:solidFill>
                <a:latin typeface="+mj-lt"/>
                <a:ea typeface="OPPOSans R" panose="00020600040101010101" charset="-122"/>
                <a:cs typeface="思源黑体 Regular" panose="020B0500000000000000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形 9" descr="undraw_design_data_re_0s2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3660" y="2233930"/>
            <a:ext cx="2988310" cy="3401695"/>
          </a:xfrm>
          <a:prstGeom prst="rect">
            <a:avLst/>
          </a:prstGeom>
          <a:effectLst>
            <a:outerShdw blurRad="254000" dist="1270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12" name="矩形 11"/>
          <p:cNvSpPr/>
          <p:nvPr userDrawn="1"/>
        </p:nvSpPr>
        <p:spPr>
          <a:xfrm flipH="1">
            <a:off x="1637030" y="996950"/>
            <a:ext cx="76200" cy="760730"/>
          </a:xfrm>
          <a:prstGeom prst="rect">
            <a:avLst/>
          </a:prstGeom>
          <a:solidFill>
            <a:srgbClr val="86C1C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13" name="矩形: 剪去对角 12"/>
          <p:cNvSpPr/>
          <p:nvPr userDrawn="1"/>
        </p:nvSpPr>
        <p:spPr>
          <a:xfrm>
            <a:off x="1637030" y="281495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2159635" y="2853055"/>
            <a:ext cx="5399405" cy="952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 descr="tape-145367"/>
          <p:cNvPicPr>
            <a:picLocks noChangeAspect="1"/>
          </p:cNvPicPr>
          <p:nvPr userDrawn="1"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7693660" y="668020"/>
            <a:ext cx="2865755" cy="1417955"/>
          </a:xfrm>
          <a:prstGeom prst="rect">
            <a:avLst/>
          </a:prstGeom>
        </p:spPr>
      </p:pic>
      <p:sp>
        <p:nvSpPr>
          <p:cNvPr id="16" name="矩形: 剪去对角 15"/>
          <p:cNvSpPr/>
          <p:nvPr userDrawn="1"/>
        </p:nvSpPr>
        <p:spPr>
          <a:xfrm>
            <a:off x="1637030" y="3700780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2159635" y="3738880"/>
            <a:ext cx="4147185" cy="1397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剪去对角 17"/>
          <p:cNvSpPr/>
          <p:nvPr userDrawn="1"/>
        </p:nvSpPr>
        <p:spPr>
          <a:xfrm>
            <a:off x="1637030" y="457644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 flipV="1">
            <a:off x="2159635" y="4597400"/>
            <a:ext cx="4916805" cy="1714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剪去对角 19"/>
          <p:cNvSpPr/>
          <p:nvPr userDrawn="1"/>
        </p:nvSpPr>
        <p:spPr>
          <a:xfrm>
            <a:off x="1637030" y="555942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2159635" y="5597525"/>
            <a:ext cx="5791835" cy="1143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占位符 39"/>
          <p:cNvSpPr>
            <a:spLocks noGrp="1"/>
          </p:cNvSpPr>
          <p:nvPr>
            <p:ph type="body" sz="quarter" idx="10"/>
          </p:nvPr>
        </p:nvSpPr>
        <p:spPr>
          <a:xfrm>
            <a:off x="1888241" y="840073"/>
            <a:ext cx="8395012" cy="914400"/>
          </a:xfrm>
        </p:spPr>
        <p:txBody>
          <a:bodyPr/>
          <a:lstStyle>
            <a:lvl1pPr>
              <a:defRPr lang="zh-CN" altLang="en-US" sz="4800" kern="1200" smtClean="0">
                <a:solidFill>
                  <a:schemeClr val="accent4"/>
                </a:solidFill>
                <a:latin typeface="+mj-lt"/>
                <a:ea typeface="+mj-lt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2" name="文本占位符 41"/>
          <p:cNvSpPr>
            <a:spLocks noGrp="1"/>
          </p:cNvSpPr>
          <p:nvPr>
            <p:ph type="body" sz="quarter" idx="11"/>
          </p:nvPr>
        </p:nvSpPr>
        <p:spPr>
          <a:xfrm>
            <a:off x="1530975" y="2041783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4" name="文本占位符 43"/>
          <p:cNvSpPr>
            <a:spLocks noGrp="1"/>
          </p:cNvSpPr>
          <p:nvPr>
            <p:ph type="body" sz="quarter" idx="12"/>
          </p:nvPr>
        </p:nvSpPr>
        <p:spPr>
          <a:xfrm>
            <a:off x="1548464" y="2943690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5" name="文本占位符 44"/>
          <p:cNvSpPr>
            <a:spLocks noGrp="1"/>
          </p:cNvSpPr>
          <p:nvPr>
            <p:ph type="body" sz="quarter" idx="13"/>
          </p:nvPr>
        </p:nvSpPr>
        <p:spPr>
          <a:xfrm>
            <a:off x="1550962" y="3785637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6" name="文本占位符 45"/>
          <p:cNvSpPr>
            <a:spLocks noGrp="1"/>
          </p:cNvSpPr>
          <p:nvPr>
            <p:ph type="body" sz="quarter" idx="14"/>
          </p:nvPr>
        </p:nvSpPr>
        <p:spPr>
          <a:xfrm>
            <a:off x="1538471" y="4822457"/>
            <a:ext cx="8395012" cy="914400"/>
          </a:xfrm>
        </p:spPr>
        <p:txBody>
          <a:bodyPr/>
          <a:lstStyle>
            <a:lvl1pPr>
              <a:defRPr lang="zh-CN" altLang="en-US" sz="32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211570" y="2139950"/>
            <a:ext cx="4751070" cy="63055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 flipH="1">
            <a:off x="1637030" y="978535"/>
            <a:ext cx="76200" cy="7607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tape-145367"/>
          <p:cNvPicPr>
            <a:picLocks noChangeAspect="1"/>
          </p:cNvPicPr>
          <p:nvPr userDrawn="1"/>
        </p:nvPicPr>
        <p:blipFill>
          <a:blip r:embed="rId2">
            <a:alphaModFix amt="40000"/>
          </a:blip>
          <a:stretch>
            <a:fillRect/>
          </a:stretch>
        </p:blipFill>
        <p:spPr>
          <a:xfrm rot="3000000">
            <a:off x="8285480" y="1600200"/>
            <a:ext cx="3056890" cy="1528445"/>
          </a:xfrm>
          <a:prstGeom prst="rect">
            <a:avLst/>
          </a:prstGeom>
        </p:spPr>
      </p:pic>
      <p:pic>
        <p:nvPicPr>
          <p:cNvPr id="11" name="图形 10" descr="undraw_ideas_re_7twj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37030" y="2260600"/>
            <a:ext cx="3216275" cy="3549015"/>
          </a:xfrm>
          <a:prstGeom prst="rect">
            <a:avLst/>
          </a:prstGeom>
          <a:effectLst>
            <a:outerShdw blurRad="254000" dist="1270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14" name="文本占位符 13"/>
          <p:cNvSpPr>
            <a:spLocks noGrp="1"/>
          </p:cNvSpPr>
          <p:nvPr>
            <p:ph type="body" sz="quarter" idx="12"/>
          </p:nvPr>
        </p:nvSpPr>
        <p:spPr>
          <a:xfrm>
            <a:off x="1833277" y="830077"/>
            <a:ext cx="8395012" cy="914400"/>
          </a:xfrm>
        </p:spPr>
        <p:txBody>
          <a:bodyPr/>
          <a:lstStyle>
            <a:lvl1pPr>
              <a:defRPr lang="zh-CN" altLang="en-US" sz="48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3"/>
          </p:nvPr>
        </p:nvSpPr>
        <p:spPr>
          <a:xfrm>
            <a:off x="6253554" y="2848626"/>
            <a:ext cx="12181930" cy="914400"/>
          </a:xfrm>
        </p:spPr>
        <p:txBody>
          <a:bodyPr/>
          <a:lstStyle>
            <a:lvl1pPr>
              <a:defRPr lang="zh-CN" altLang="en-US" sz="6000" kern="1200" dirty="0" smtClean="0">
                <a:solidFill>
                  <a:schemeClr val="accent4"/>
                </a:solidFill>
                <a:latin typeface="+mn-lt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2596450" y="5469836"/>
            <a:ext cx="8395012" cy="394148"/>
          </a:xfrm>
          <a:noFill/>
        </p:spPr>
        <p:txBody>
          <a:bodyPr wrap="square" rtlCol="0">
            <a:spAutoFit/>
          </a:bodyPr>
          <a:lstStyle>
            <a:lvl1pPr algn="r">
              <a:defRPr lang="zh-CN" altLang="en-US" sz="1600" dirty="0">
                <a:solidFill>
                  <a:schemeClr val="accent5"/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pPr marL="0"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 descr="undraw_my_password_re_ydq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50300" y="3740150"/>
            <a:ext cx="2023745" cy="1971040"/>
          </a:xfrm>
          <a:prstGeom prst="rect">
            <a:avLst/>
          </a:prstGeom>
          <a:effectLst>
            <a:outerShdw blurRad="203200" dist="1016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pic>
        <p:nvPicPr>
          <p:cNvPr id="9" name="图形 8" descr="undraw_portfolio_website_re_jsdd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245235" y="1139825"/>
            <a:ext cx="2332355" cy="1564640"/>
          </a:xfrm>
          <a:prstGeom prst="rect">
            <a:avLst/>
          </a:prstGeom>
          <a:effectLst>
            <a:outerShdw blurRad="203200" dist="1016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10" name="矩形 9"/>
          <p:cNvSpPr/>
          <p:nvPr userDrawn="1"/>
        </p:nvSpPr>
        <p:spPr>
          <a:xfrm>
            <a:off x="1245235" y="5164455"/>
            <a:ext cx="2332355" cy="5467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 rot="540000">
            <a:off x="8733155" y="653415"/>
            <a:ext cx="4686300" cy="1557020"/>
            <a:chOff x="12808" y="83"/>
            <a:chExt cx="8827" cy="2732"/>
          </a:xfrm>
        </p:grpSpPr>
        <p:cxnSp>
          <p:nvCxnSpPr>
            <p:cNvPr id="12" name="直接连接符 11"/>
            <p:cNvCxnSpPr/>
            <p:nvPr/>
          </p:nvCxnSpPr>
          <p:spPr>
            <a:xfrm flipH="1">
              <a:off x="12808" y="83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2903" y="718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13005" y="1392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 descr="tape-145367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alphaModFix amt="40000"/>
          </a:blip>
          <a:stretch>
            <a:fillRect/>
          </a:stretch>
        </p:blipFill>
        <p:spPr>
          <a:xfrm rot="3120000">
            <a:off x="12065" y="4385945"/>
            <a:ext cx="2515235" cy="1257935"/>
          </a:xfrm>
          <a:prstGeom prst="rect">
            <a:avLst/>
          </a:prstGeom>
        </p:spPr>
      </p:pic>
      <p:sp>
        <p:nvSpPr>
          <p:cNvPr id="18" name="文本占位符 17"/>
          <p:cNvSpPr>
            <a:spLocks noGrp="1"/>
          </p:cNvSpPr>
          <p:nvPr>
            <p:ph type="body" sz="quarter" idx="10"/>
          </p:nvPr>
        </p:nvSpPr>
        <p:spPr>
          <a:xfrm>
            <a:off x="3734795" y="2697055"/>
            <a:ext cx="9423265" cy="1409996"/>
          </a:xfrm>
        </p:spPr>
        <p:txBody>
          <a:bodyPr/>
          <a:lstStyle>
            <a:lvl1pPr>
              <a:defRPr lang="zh-CN" altLang="en-US" sz="5400" kern="1200" dirty="0" smtClean="0">
                <a:solidFill>
                  <a:schemeClr val="accent4"/>
                </a:solidFill>
                <a:latin typeface="+mn-lt"/>
                <a:ea typeface="+mn-lt"/>
                <a:cs typeface="OPPOSans L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3Column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形状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440603" y="182445"/>
            <a:ext cx="1657138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153012" y="759876"/>
            <a:ext cx="7074345" cy="53991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4153012" y="182445"/>
            <a:ext cx="2259871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440603" y="759873"/>
            <a:ext cx="1657138" cy="44026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65" b="0" i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 hasCustomPrompt="1"/>
          </p:nvPr>
        </p:nvSpPr>
        <p:spPr>
          <a:xfrm>
            <a:off x="440603" y="1490309"/>
            <a:ext cx="1657138" cy="460781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2377999" y="182445"/>
            <a:ext cx="1494754" cy="28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1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7" hasCustomPrompt="1"/>
          </p:nvPr>
        </p:nvSpPr>
        <p:spPr>
          <a:xfrm>
            <a:off x="2378000" y="759876"/>
            <a:ext cx="1494754" cy="53991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 b="0" i="0" baseline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defRPr>
            </a:lvl1pPr>
          </a:lstStyle>
          <a:p>
            <a:pPr lvl="0"/>
            <a:r>
              <a:rPr kumimoji="1" lang="en-US" altLang="zh-CN" dirty="0" err="1"/>
              <a:t>OfficePLUS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3.xml"/><Relationship Id="rId8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7.xml"/><Relationship Id="rId12" Type="http://schemas.openxmlformats.org/officeDocument/2006/relationships/tags" Target="../tags/tag6.xml"/><Relationship Id="rId11" Type="http://schemas.openxmlformats.org/officeDocument/2006/relationships/tags" Target="../tags/tag5.xml"/><Relationship Id="rId10" Type="http://schemas.openxmlformats.org/officeDocument/2006/relationships/tags" Target="../tags/tag4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4" Type="http://schemas.openxmlformats.org/officeDocument/2006/relationships/theme" Target="../theme/theme3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4" Type="http://schemas.openxmlformats.org/officeDocument/2006/relationships/theme" Target="../theme/theme4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4" Type="http://schemas.openxmlformats.org/officeDocument/2006/relationships/theme" Target="../theme/theme5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Layout" Target="../slideLayouts/slideLayout29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4" Type="http://schemas.openxmlformats.org/officeDocument/2006/relationships/theme" Target="../theme/theme6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slideLayout" Target="../slideLayouts/slideLayout3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slideLayout" Target="../slideLayouts/slideLayout49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4.xml"/><Relationship Id="rId14" Type="http://schemas.openxmlformats.org/officeDocument/2006/relationships/theme" Target="../theme/theme7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slideLayout" Target="../slideLayouts/slideLayout43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1.xml"/><Relationship Id="rId14" Type="http://schemas.openxmlformats.org/officeDocument/2006/relationships/theme" Target="../theme/theme8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slideLayout" Target="../slideLayouts/slideLayout50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8.xml"/><Relationship Id="rId14" Type="http://schemas.openxmlformats.org/officeDocument/2006/relationships/theme" Target="../theme/theme9.xml"/><Relationship Id="rId13" Type="http://schemas.openxmlformats.org/officeDocument/2006/relationships/tags" Target="../tags/tag63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slideLayout" Target="../slideLayouts/slideLayout57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slideLayout" Target="../slideLayouts/slideLayout70.xml"/><Relationship Id="rId6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5.xml"/><Relationship Id="rId14" Type="http://schemas.openxmlformats.org/officeDocument/2006/relationships/theme" Target="../theme/theme10.xml"/><Relationship Id="rId13" Type="http://schemas.openxmlformats.org/officeDocument/2006/relationships/tags" Target="../tags/tag70.xml"/><Relationship Id="rId12" Type="http://schemas.openxmlformats.org/officeDocument/2006/relationships/tags" Target="../tags/tag69.xml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6"/>
          </a:fgClr>
          <a:bgClr>
            <a:schemeClr val="accent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sp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sp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6"/>
          </a:fgClr>
          <a:bgClr>
            <a:schemeClr val="accent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sp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sp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6"/>
          </a:fgClr>
          <a:bgClr>
            <a:schemeClr val="accent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sp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sp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6"/>
          </a:fgClr>
          <a:bgClr>
            <a:schemeClr val="accent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sp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sp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6"/>
          </a:fgClr>
          <a:bgClr>
            <a:schemeClr val="accent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sp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sp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6"/>
          </a:fgClr>
          <a:bgClr>
            <a:schemeClr val="accent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sp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sp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6"/>
          </a:fgClr>
          <a:bgClr>
            <a:schemeClr val="accent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sp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sp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6"/>
          </a:fgClr>
          <a:bgClr>
            <a:schemeClr val="accent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sp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sp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6"/>
          </a:fgClr>
          <a:bgClr>
            <a:schemeClr val="accent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sp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sp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6"/>
          </a:fgClr>
          <a:bgClr>
            <a:schemeClr val="accent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sp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sp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Regular" panose="020B0500000000000000" charset="-122"/>
          <a:ea typeface="思源黑体 Regular" panose="020B0500000000000000" charset="-122"/>
          <a:cs typeface="思源黑体 Regular" panose="020B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image" Target="../media/image5.png"/><Relationship Id="rId7" Type="http://schemas.openxmlformats.org/officeDocument/2006/relationships/tags" Target="../tags/tag75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tags" Target="../tags/tag7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0.xml"/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image" Target="../media/image4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0.xml"/><Relationship Id="rId1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0.xml"/><Relationship Id="rId1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4.xml"/><Relationship Id="rId1" Type="http://schemas.openxmlformats.org/officeDocument/2006/relationships/image" Target="../media/image54.jpe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tags" Target="../tags/tag79.xml"/><Relationship Id="rId4" Type="http://schemas.openxmlformats.org/officeDocument/2006/relationships/image" Target="../media/image11.svg"/><Relationship Id="rId3" Type="http://schemas.openxmlformats.org/officeDocument/2006/relationships/image" Target="../media/image56.png"/><Relationship Id="rId2" Type="http://schemas.openxmlformats.org/officeDocument/2006/relationships/image" Target="../media/image9.svg"/><Relationship Id="rId1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1193800" y="2085975"/>
            <a:ext cx="965136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5400" dirty="0">
                <a:solidFill>
                  <a:schemeClr val="accent4"/>
                </a:solidFill>
                <a:latin typeface="+mj-lt"/>
                <a:ea typeface="OPPOSans R" panose="00020600040101010101" charset="-122"/>
                <a:cs typeface="思源黑体 Regular" panose="020B0500000000000000" charset="-122"/>
                <a:sym typeface="+mn-ea"/>
              </a:rPr>
              <a:t>基于智能手机的人类活动</a:t>
            </a:r>
            <a:r>
              <a:rPr lang="zh-CN" altLang="en-US" sz="5400" dirty="0">
                <a:solidFill>
                  <a:schemeClr val="accent4"/>
                </a:solidFill>
                <a:latin typeface="+mj-lt"/>
                <a:ea typeface="OPPOSans R" panose="00020600040101010101" charset="-122"/>
                <a:cs typeface="思源黑体 Regular" panose="020B0500000000000000" charset="-122"/>
                <a:sym typeface="+mn-ea"/>
              </a:rPr>
              <a:t>识别</a:t>
            </a:r>
            <a:endParaRPr lang="zh-CN" altLang="en-US" sz="5400" dirty="0">
              <a:solidFill>
                <a:schemeClr val="accent4"/>
              </a:solidFill>
              <a:latin typeface="+mj-lt"/>
              <a:ea typeface="OPPOSans R" panose="00020600040101010101" charset="-122"/>
              <a:cs typeface="思源黑体 Regular" panose="020B0500000000000000" charset="-122"/>
              <a:sym typeface="+mn-ea"/>
            </a:endParaRPr>
          </a:p>
        </p:txBody>
      </p:sp>
      <p:pic>
        <p:nvPicPr>
          <p:cNvPr id="5" name="图形 4" descr="undraw_inspiration_re_ivlv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25535" y="4018280"/>
            <a:ext cx="2383790" cy="2017395"/>
          </a:xfrm>
          <a:prstGeom prst="rect">
            <a:avLst/>
          </a:prstGeom>
          <a:effectLst>
            <a:outerShdw blurRad="203200" dist="101600" dir="2700000" algn="tl" rotWithShape="0">
              <a:schemeClr val="bg1">
                <a:lumMod val="10000"/>
                <a:alpha val="30000"/>
              </a:schemeClr>
            </a:outerShdw>
          </a:effectLst>
        </p:spPr>
      </p:pic>
      <p:sp>
        <p:nvSpPr>
          <p:cNvPr id="2" name="矩形 1"/>
          <p:cNvSpPr/>
          <p:nvPr/>
        </p:nvSpPr>
        <p:spPr>
          <a:xfrm>
            <a:off x="1245235" y="4959668"/>
            <a:ext cx="3276600" cy="5835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 sz="3200" dirty="0"/>
          </a:p>
        </p:txBody>
      </p:sp>
      <p:grpSp>
        <p:nvGrpSpPr>
          <p:cNvPr id="8" name="组合 7"/>
          <p:cNvGrpSpPr/>
          <p:nvPr/>
        </p:nvGrpSpPr>
        <p:grpSpPr>
          <a:xfrm rot="540000">
            <a:off x="8114310" y="162330"/>
            <a:ext cx="5605145" cy="1734820"/>
            <a:chOff x="12808" y="83"/>
            <a:chExt cx="8827" cy="2732"/>
          </a:xfrm>
        </p:grpSpPr>
        <p:cxnSp>
          <p:nvCxnSpPr>
            <p:cNvPr id="4" name="直接连接符 3"/>
            <p:cNvCxnSpPr/>
            <p:nvPr/>
          </p:nvCxnSpPr>
          <p:spPr>
            <a:xfrm flipH="1">
              <a:off x="12808" y="83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 flipH="1">
              <a:off x="12903" y="718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>
              <a:off x="13005" y="1392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/>
          <p:cNvSpPr txBox="1"/>
          <p:nvPr>
            <p:custDataLst>
              <p:tags r:id="rId1"/>
            </p:custDataLst>
          </p:nvPr>
        </p:nvSpPr>
        <p:spPr>
          <a:xfrm>
            <a:off x="1511300" y="4720590"/>
            <a:ext cx="42564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chemeClr val="accent4"/>
                </a:solidFill>
                <a:ea typeface="OPPOSans L" panose="00020600040101010101" charset="-122"/>
                <a:cs typeface="OPPOSans L" panose="00020600040101010101" charset="-122"/>
              </a:rPr>
              <a:t>4.</a:t>
            </a:r>
            <a:r>
              <a:rPr lang="zh-CN" altLang="en-US" sz="3200" dirty="0">
                <a:solidFill>
                  <a:schemeClr val="accent4"/>
                </a:solidFill>
                <a:ea typeface="OPPOSans L" panose="00020600040101010101" charset="-122"/>
                <a:cs typeface="OPPOSans L" panose="00020600040101010101" charset="-122"/>
              </a:rPr>
              <a:t>实现结果</a:t>
            </a:r>
            <a:r>
              <a:rPr lang="en-US" altLang="zh-CN" sz="3200" dirty="0">
                <a:solidFill>
                  <a:schemeClr val="accent4"/>
                </a:solidFill>
                <a:ea typeface="OPPOSans L" panose="00020600040101010101" charset="-122"/>
                <a:cs typeface="OPPOSans L" panose="00020600040101010101" charset="-122"/>
                <a:sym typeface="+mn-ea"/>
              </a:rPr>
              <a:t> </a:t>
            </a:r>
            <a:r>
              <a:rPr lang="en-US" altLang="zh-CN" sz="3200" dirty="0">
                <a:solidFill>
                  <a:schemeClr val="accent4"/>
                </a:solidFill>
                <a:ea typeface="OPPOSans L" panose="00020600040101010101" charset="-122"/>
                <a:cs typeface="OPPOSans L" panose="00020600040101010101" charset="-122"/>
              </a:rPr>
              <a:t> </a:t>
            </a:r>
            <a:endParaRPr lang="en-US" altLang="zh-CN" sz="3200" dirty="0">
              <a:solidFill>
                <a:schemeClr val="accent4"/>
              </a:solidFill>
              <a:ea typeface="OPPOSans L" panose="00020600040101010101" charset="-122"/>
              <a:cs typeface="OPPOSans L" panose="0002060004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511300" y="1976120"/>
            <a:ext cx="42564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chemeClr val="accent4"/>
                </a:solidFill>
                <a:ea typeface="OPPOSans L" panose="00020600040101010101" charset="-122"/>
                <a:cs typeface="OPPOSans L" panose="00020600040101010101" charset="-122"/>
                <a:sym typeface="+mn-ea"/>
              </a:rPr>
              <a:t>1.</a:t>
            </a:r>
            <a:r>
              <a:rPr lang="zh-CN" altLang="en-US" sz="3200" dirty="0">
                <a:solidFill>
                  <a:schemeClr val="accent4"/>
                </a:solidFill>
                <a:ea typeface="OPPOSans L" panose="00020600040101010101" charset="-122"/>
                <a:cs typeface="OPPOSans L" panose="00020600040101010101" charset="-122"/>
                <a:sym typeface="+mn-ea"/>
              </a:rPr>
              <a:t>技术方案</a:t>
            </a:r>
            <a:r>
              <a:rPr lang="en-US" altLang="zh-CN" sz="3200" dirty="0">
                <a:solidFill>
                  <a:schemeClr val="accent4"/>
                </a:solidFill>
                <a:ea typeface="OPPOSans L" panose="00020600040101010101" charset="-122"/>
                <a:cs typeface="OPPOSans L" panose="00020600040101010101" charset="-122"/>
                <a:sym typeface="+mn-ea"/>
              </a:rPr>
              <a:t> </a:t>
            </a:r>
            <a:r>
              <a:rPr lang="en-US" altLang="zh-CN" sz="3200" dirty="0">
                <a:solidFill>
                  <a:schemeClr val="accent4"/>
                </a:solidFill>
                <a:ea typeface="OPPOSans L" panose="00020600040101010101" charset="-122"/>
                <a:cs typeface="OPPOSans L" panose="00020600040101010101" charset="-122"/>
              </a:rPr>
              <a:t> </a:t>
            </a:r>
            <a:endParaRPr lang="en-US" altLang="zh-CN" sz="3200" dirty="0">
              <a:solidFill>
                <a:schemeClr val="accent4"/>
              </a:solidFill>
              <a:ea typeface="OPPOSans L" panose="00020600040101010101" charset="-122"/>
              <a:cs typeface="OPPOSans L" panose="00020600040101010101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"/>
            </p:custDataLst>
          </p:nvPr>
        </p:nvSpPr>
        <p:spPr>
          <a:xfrm>
            <a:off x="1511300" y="2861945"/>
            <a:ext cx="4256405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chemeClr val="accent4"/>
                </a:solidFill>
                <a:ea typeface="OPPOSans L" panose="00020600040101010101" charset="-122"/>
                <a:cs typeface="OPPOSans L" panose="00020600040101010101" charset="-122"/>
              </a:rPr>
              <a:t>2.</a:t>
            </a:r>
            <a:r>
              <a:rPr lang="zh-CN" altLang="en-US" sz="3200" dirty="0">
                <a:solidFill>
                  <a:schemeClr val="accent4"/>
                </a:solidFill>
                <a:ea typeface="OPPOSans L" panose="00020600040101010101" charset="-122"/>
                <a:cs typeface="OPPOSans L" panose="00020600040101010101" charset="-122"/>
              </a:rPr>
              <a:t>设计实现</a:t>
            </a:r>
            <a:r>
              <a:rPr lang="en-US" altLang="zh-CN" sz="3200" dirty="0">
                <a:solidFill>
                  <a:schemeClr val="accent4"/>
                </a:solidFill>
                <a:ea typeface="OPPOSans L" panose="00020600040101010101" charset="-122"/>
                <a:cs typeface="OPPOSans L" panose="00020600040101010101" charset="-122"/>
                <a:sym typeface="+mn-ea"/>
              </a:rPr>
              <a:t> </a:t>
            </a:r>
            <a:r>
              <a:rPr lang="en-US" altLang="zh-CN" sz="3200" dirty="0">
                <a:solidFill>
                  <a:schemeClr val="accent4"/>
                </a:solidFill>
                <a:ea typeface="OPPOSans L" panose="00020600040101010101" charset="-122"/>
                <a:cs typeface="OPPOSans L" panose="00020600040101010101" charset="-122"/>
              </a:rPr>
              <a:t> </a:t>
            </a:r>
            <a:endParaRPr lang="en-US" altLang="zh-CN" sz="3200" dirty="0">
              <a:solidFill>
                <a:schemeClr val="accent4"/>
              </a:solidFill>
              <a:ea typeface="OPPOSans L" panose="00020600040101010101" charset="-122"/>
              <a:cs typeface="OPPOSans L" panose="00020600040101010101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4"/>
            </p:custDataLst>
          </p:nvPr>
        </p:nvSpPr>
        <p:spPr>
          <a:xfrm>
            <a:off x="1511300" y="3737610"/>
            <a:ext cx="4256405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chemeClr val="accent4"/>
                </a:solidFill>
                <a:ea typeface="OPPOSans L" panose="00020600040101010101" charset="-122"/>
                <a:cs typeface="OPPOSans L" panose="00020600040101010101" charset="-122"/>
              </a:rPr>
              <a:t>3.存在问题 </a:t>
            </a:r>
            <a:r>
              <a:rPr lang="en-US" altLang="zh-CN" sz="3200" dirty="0">
                <a:solidFill>
                  <a:schemeClr val="accent4"/>
                </a:solidFill>
                <a:ea typeface="OPPOSans L" panose="00020600040101010101" charset="-122"/>
                <a:cs typeface="OPPOSans L" panose="00020600040101010101" charset="-122"/>
                <a:sym typeface="+mn-ea"/>
              </a:rPr>
              <a:t> </a:t>
            </a:r>
            <a:r>
              <a:rPr lang="en-US" altLang="zh-CN" sz="3200" dirty="0">
                <a:solidFill>
                  <a:schemeClr val="accent4"/>
                </a:solidFill>
                <a:ea typeface="OPPOSans L" panose="00020600040101010101" charset="-122"/>
                <a:cs typeface="OPPOSans L" panose="00020600040101010101" charset="-122"/>
              </a:rPr>
              <a:t> </a:t>
            </a:r>
            <a:endParaRPr lang="en-US" altLang="zh-CN" sz="3200" dirty="0">
              <a:solidFill>
                <a:schemeClr val="accent4"/>
              </a:solidFill>
              <a:ea typeface="OPPOSans L" panose="00020600040101010101" charset="-122"/>
              <a:cs typeface="OPPOSans L" panose="00020600040101010101" charset="-122"/>
            </a:endParaRPr>
          </a:p>
        </p:txBody>
      </p:sp>
      <p:pic>
        <p:nvPicPr>
          <p:cNvPr id="6" name="图形 5" descr="undraw_design_data_re_0s2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93660" y="2233930"/>
            <a:ext cx="2988310" cy="3401695"/>
          </a:xfrm>
          <a:prstGeom prst="rect">
            <a:avLst/>
          </a:prstGeom>
          <a:effectLst>
            <a:outerShdw blurRad="254000" dist="1270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9" name="文本框 8"/>
          <p:cNvSpPr txBox="1"/>
          <p:nvPr/>
        </p:nvSpPr>
        <p:spPr>
          <a:xfrm>
            <a:off x="1825625" y="717550"/>
            <a:ext cx="1935480" cy="1207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800" dirty="0">
                <a:solidFill>
                  <a:schemeClr val="accent4"/>
                </a:solidFill>
                <a:latin typeface="+mj-lt"/>
                <a:ea typeface="+mj-lt"/>
                <a:cs typeface="OPPOSans L" panose="00020600040101010101" charset="-122"/>
              </a:rPr>
              <a:t>目录</a:t>
            </a:r>
            <a:r>
              <a:rPr lang="en-US" altLang="zh-CN" sz="4800" dirty="0">
                <a:solidFill>
                  <a:schemeClr val="accent4"/>
                </a:solidFill>
                <a:latin typeface="+mj-lt"/>
                <a:ea typeface="OPPOSans R" panose="00020600040101010101" charset="-122"/>
                <a:cs typeface="思源黑体 Regular" panose="020B0500000000000000" charset="-122"/>
              </a:rPr>
              <a:t> </a:t>
            </a:r>
            <a:endParaRPr lang="en-US" altLang="zh-CN" sz="4800" dirty="0">
              <a:solidFill>
                <a:schemeClr val="accent4"/>
              </a:solidFill>
              <a:latin typeface="+mj-lt"/>
              <a:ea typeface="OPPOSans R" panose="00020600040101010101" charset="-122"/>
              <a:cs typeface="思源黑体 Regular" panose="020B0500000000000000" charset="-122"/>
            </a:endParaRPr>
          </a:p>
        </p:txBody>
      </p:sp>
      <p:sp>
        <p:nvSpPr>
          <p:cNvPr id="2" name="矩形 1"/>
          <p:cNvSpPr/>
          <p:nvPr/>
        </p:nvSpPr>
        <p:spPr>
          <a:xfrm flipH="1">
            <a:off x="1637030" y="996950"/>
            <a:ext cx="76200" cy="760730"/>
          </a:xfrm>
          <a:prstGeom prst="rect">
            <a:avLst/>
          </a:prstGeom>
          <a:solidFill>
            <a:srgbClr val="86C1C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17" name="矩形: 剪去对角 16"/>
          <p:cNvSpPr/>
          <p:nvPr>
            <p:custDataLst>
              <p:tags r:id="rId7"/>
            </p:custDataLst>
          </p:nvPr>
        </p:nvSpPr>
        <p:spPr>
          <a:xfrm>
            <a:off x="1637030" y="281495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159635" y="2853055"/>
            <a:ext cx="5399405" cy="952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tape-145367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7693660" y="668020"/>
            <a:ext cx="2865755" cy="1417955"/>
          </a:xfrm>
          <a:prstGeom prst="rect">
            <a:avLst/>
          </a:prstGeom>
        </p:spPr>
      </p:pic>
      <p:sp>
        <p:nvSpPr>
          <p:cNvPr id="31" name="矩形: 剪去对角 30"/>
          <p:cNvSpPr/>
          <p:nvPr>
            <p:custDataLst>
              <p:tags r:id="rId9"/>
            </p:custDataLst>
          </p:nvPr>
        </p:nvSpPr>
        <p:spPr>
          <a:xfrm>
            <a:off x="1637030" y="3700780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2159635" y="3738880"/>
            <a:ext cx="4147185" cy="1397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: 剪去对角 33"/>
          <p:cNvSpPr/>
          <p:nvPr>
            <p:custDataLst>
              <p:tags r:id="rId10"/>
            </p:custDataLst>
          </p:nvPr>
        </p:nvSpPr>
        <p:spPr>
          <a:xfrm>
            <a:off x="1637030" y="457644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36" name="直接连接符 35"/>
          <p:cNvCxnSpPr/>
          <p:nvPr/>
        </p:nvCxnSpPr>
        <p:spPr>
          <a:xfrm flipV="1">
            <a:off x="2159635" y="4597400"/>
            <a:ext cx="4916805" cy="1714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剪去对角 36"/>
          <p:cNvSpPr/>
          <p:nvPr>
            <p:custDataLst>
              <p:tags r:id="rId11"/>
            </p:custDataLst>
          </p:nvPr>
        </p:nvSpPr>
        <p:spPr>
          <a:xfrm>
            <a:off x="1637030" y="555942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accent1"/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2159635" y="5597525"/>
            <a:ext cx="5791835" cy="1143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825625" y="680085"/>
            <a:ext cx="7171690" cy="1207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800" dirty="0">
                <a:solidFill>
                  <a:schemeClr val="accent4"/>
                </a:solidFill>
                <a:ea typeface="OPPOSans L" panose="00020600040101010101" charset="-122"/>
                <a:cs typeface="OPPOSans L" panose="00020600040101010101" charset="-122"/>
              </a:rPr>
              <a:t>PART-1</a:t>
            </a:r>
            <a:r>
              <a:rPr lang="en-US" altLang="zh-CN" sz="4800" dirty="0">
                <a:solidFill>
                  <a:schemeClr val="accent4"/>
                </a:solidFill>
                <a:ea typeface="OPPOSans R" panose="00020600040101010101" charset="-122"/>
                <a:cs typeface="思源黑体 Regular" panose="020B0500000000000000" charset="-122"/>
              </a:rPr>
              <a:t> </a:t>
            </a:r>
            <a:endParaRPr lang="en-US" altLang="zh-CN" sz="4800" dirty="0">
              <a:solidFill>
                <a:schemeClr val="accent4"/>
              </a:solidFill>
              <a:ea typeface="OPPOSans R" panose="00020600040101010101" charset="-122"/>
              <a:cs typeface="思源黑体 Regular" panose="020B0500000000000000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11570" y="2139950"/>
            <a:ext cx="4751070" cy="63055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211570" y="2770505"/>
            <a:ext cx="492379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6000" dirty="0">
                <a:solidFill>
                  <a:schemeClr val="accent4"/>
                </a:solidFill>
                <a:ea typeface="OPPOSans L" panose="00020600040101010101" charset="-122"/>
                <a:cs typeface="OPPOSans L" panose="00020600040101010101" charset="-122"/>
              </a:rPr>
              <a:t>技术方案</a:t>
            </a:r>
            <a:r>
              <a:rPr lang="en-US" altLang="zh-CN" sz="6000" dirty="0">
                <a:solidFill>
                  <a:schemeClr val="accent4"/>
                </a:solidFill>
                <a:ea typeface="OPPOSans L" panose="00020600040101010101" charset="-122"/>
                <a:cs typeface="OPPOSans L" panose="00020600040101010101" charset="-122"/>
              </a:rPr>
              <a:t> </a:t>
            </a:r>
            <a:endParaRPr lang="en-US" altLang="zh-CN" sz="6000" dirty="0">
              <a:solidFill>
                <a:schemeClr val="accent4"/>
              </a:solidFill>
              <a:ea typeface="OPPOSans L" panose="00020600040101010101" charset="-122"/>
              <a:cs typeface="OPPOSans L" panose="0002060004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 flipH="1">
            <a:off x="1637030" y="978535"/>
            <a:ext cx="76200" cy="7607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pic>
        <p:nvPicPr>
          <p:cNvPr id="11" name="图片 10" descr="tape-145367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3000000">
            <a:off x="8285480" y="1600200"/>
            <a:ext cx="3056890" cy="1528445"/>
          </a:xfrm>
          <a:prstGeom prst="rect">
            <a:avLst/>
          </a:prstGeom>
        </p:spPr>
      </p:pic>
      <p:pic>
        <p:nvPicPr>
          <p:cNvPr id="6" name="图形 5" descr="undraw_ideas_re_7twj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7030" y="2260600"/>
            <a:ext cx="3216275" cy="3549015"/>
          </a:xfrm>
          <a:prstGeom prst="rect">
            <a:avLst/>
          </a:prstGeom>
          <a:effectLst>
            <a:outerShdw blurRad="254000" dist="1270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3756025" y="1547495"/>
            <a:ext cx="6501130" cy="3762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bg1">
                    <a:lumMod val="10000"/>
                  </a:schemeClr>
                </a:solidFill>
              </a:rPr>
              <a:t>核心技术栈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移动端框架：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Android </a:t>
            </a:r>
            <a:endParaRPr lang="en-US" altLang="zh-CN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传感器数据：加速度计、陀螺仪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数据处理：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Kotlin (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移动端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)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、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Python (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训练端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)</a:t>
            </a:r>
            <a:endParaRPr lang="en-US" altLang="zh-CN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模型训练：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PyTorch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、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CNN+Transformer 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架构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模型部署：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TFLite 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格式转换与移动端集成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3775710" y="1771650"/>
            <a:ext cx="6192520" cy="3762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bg1">
                    <a:lumMod val="10000"/>
                  </a:schemeClr>
                </a:solidFill>
              </a:rPr>
              <a:t>数据采集方案</a:t>
            </a:r>
            <a:endParaRPr lang="zh-CN" altLang="en-US" sz="2400" b="1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采集频率：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50Hz (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通过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 20ms 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间隔控制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)</a:t>
            </a:r>
            <a:endParaRPr lang="en-US" altLang="zh-CN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数据格式：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CSV 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格式存储，包含时间戳、活动标签、三轴加速度、三轴陀螺仪数据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存储路径：外部存储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 / HAR 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目录或应用内部存储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 b="1">
                <a:solidFill>
                  <a:schemeClr val="bg1">
                    <a:lumMod val="10000"/>
                  </a:schemeClr>
                </a:solidFill>
              </a:rPr>
              <a:t>已有数据集</a:t>
            </a:r>
            <a:endParaRPr lang="zh-CN" altLang="en-US" sz="2400" b="1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UCI-HAR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UCI-WISDM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3775710" y="1771650"/>
            <a:ext cx="6192520" cy="3762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bg1">
                    <a:lumMod val="10000"/>
                  </a:schemeClr>
                </a:solidFill>
              </a:rPr>
              <a:t>模型训练流程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数据预处理与增强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滑动窗口分割时序数据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MobileViT 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模型训练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模型转换（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ONNX</a:t>
            </a:r>
            <a:r>
              <a:rPr lang="en-US" altLang="en-US" sz="2400">
                <a:solidFill>
                  <a:schemeClr val="bg1">
                    <a:lumMod val="10000"/>
                  </a:schemeClr>
                </a:solidFill>
              </a:rPr>
              <a:t>→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TFLite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）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多位置模型支持（腰部、裤兜、手拿）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6211570" y="2139950"/>
            <a:ext cx="4751070" cy="63055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018394" y="2845918"/>
            <a:ext cx="3341220" cy="131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dirty="0">
                <a:solidFill>
                  <a:schemeClr val="accent4"/>
                </a:solidFill>
                <a:ea typeface="OPPOSans L" panose="00020600040101010101" charset="-122"/>
                <a:cs typeface="OPPOSans L" panose="00020600040101010101" charset="-122"/>
              </a:rPr>
              <a:t>设计实现</a:t>
            </a:r>
            <a:endParaRPr lang="en-US" altLang="zh-CN" sz="6000" dirty="0">
              <a:solidFill>
                <a:schemeClr val="accent4"/>
              </a:solidFill>
              <a:ea typeface="OPPOSans L" panose="00020600040101010101" charset="-122"/>
              <a:cs typeface="OPPOSans L" panose="00020600040101010101" charset="-122"/>
            </a:endParaRPr>
          </a:p>
        </p:txBody>
      </p:sp>
      <p:pic>
        <p:nvPicPr>
          <p:cNvPr id="11" name="图片 10" descr="tape-145367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3000000">
            <a:off x="8285480" y="1600200"/>
            <a:ext cx="3056890" cy="1528445"/>
          </a:xfrm>
          <a:prstGeom prst="rect">
            <a:avLst/>
          </a:prstGeom>
        </p:spPr>
      </p:pic>
      <p:pic>
        <p:nvPicPr>
          <p:cNvPr id="13" name="图形 12" descr="undraw_instant_analysis_re_mid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7030" y="2524760"/>
            <a:ext cx="4419600" cy="3405505"/>
          </a:xfrm>
          <a:prstGeom prst="rect">
            <a:avLst/>
          </a:prstGeom>
          <a:effectLst>
            <a:outerShdw blurRad="203200" dist="1016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7" name="文本框 6"/>
          <p:cNvSpPr txBox="1"/>
          <p:nvPr/>
        </p:nvSpPr>
        <p:spPr>
          <a:xfrm>
            <a:off x="1825625" y="680085"/>
            <a:ext cx="7171690" cy="1207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800">
                <a:solidFill>
                  <a:schemeClr val="accent4"/>
                </a:solidFill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r>
              <a:rPr lang="en-US" altLang="zh-CN" dirty="0"/>
              <a:t>PART-2</a:t>
            </a:r>
            <a:endParaRPr lang="en-US" altLang="zh-CN" dirty="0"/>
          </a:p>
        </p:txBody>
      </p:sp>
      <p:sp>
        <p:nvSpPr>
          <p:cNvPr id="8" name="矩形 7"/>
          <p:cNvSpPr/>
          <p:nvPr/>
        </p:nvSpPr>
        <p:spPr>
          <a:xfrm flipH="1">
            <a:off x="1637030" y="978535"/>
            <a:ext cx="76200" cy="7607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931910" y="5530850"/>
            <a:ext cx="24663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>
                <a:solidFill>
                  <a:schemeClr val="accent5"/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rPr>
              <a:t>汇报人：</a:t>
            </a:r>
            <a:r>
              <a:rPr lang="zh-CN" altLang="en-US" sz="1600" dirty="0">
                <a:solidFill>
                  <a:schemeClr val="accent5"/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  <a:sym typeface="+mn-ea"/>
              </a:rPr>
              <a:t>OfficePLUS</a:t>
            </a:r>
            <a:endParaRPr lang="zh-CN" altLang="en-US" sz="1600" dirty="0">
              <a:solidFill>
                <a:schemeClr val="accent5"/>
              </a:solidFill>
              <a:latin typeface="OPPOSans L" panose="00020600040101010101" charset="-122"/>
              <a:ea typeface="OPPOSans L" panose="00020600040101010101" charset="-122"/>
              <a:cs typeface="OPPOSans L" panose="00020600040101010101" charset="-122"/>
              <a:sym typeface="+mn-ea"/>
            </a:endParaRPr>
          </a:p>
          <a:p>
            <a:endParaRPr lang="zh-CN" altLang="en-US" sz="1600" dirty="0">
              <a:solidFill>
                <a:schemeClr val="accent5"/>
              </a:solidFill>
              <a:latin typeface="OPPOSans L" panose="00020600040101010101" charset="-122"/>
              <a:ea typeface="OPPOSans L" panose="00020600040101010101" charset="-122"/>
              <a:cs typeface="OPPOSans L" panose="0002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3775710" y="1998345"/>
            <a:ext cx="6192520" cy="3762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bg1">
                    <a:lumMod val="10000"/>
                  </a:schemeClr>
                </a:solidFill>
              </a:rPr>
              <a:t>UI </a:t>
            </a:r>
            <a:r>
              <a:rPr lang="zh-CN" altLang="en-US" sz="2400" b="1">
                <a:solidFill>
                  <a:schemeClr val="bg1">
                    <a:lumMod val="10000"/>
                  </a:schemeClr>
                </a:solidFill>
              </a:rPr>
              <a:t>组件设计</a:t>
            </a:r>
            <a:endParaRPr lang="zh-CN" altLang="en-US" sz="2400" b="1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活动标签输入组件（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ActivityInput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）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传感器数据实时展示（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SensorDisplay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）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加速度波形（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AccelerationWaveformDisplay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）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状态卡片（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StatusCard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）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3775710" y="1771650"/>
            <a:ext cx="6192520" cy="3762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bg1">
                    <a:lumMod val="10000"/>
                  </a:schemeClr>
                </a:solidFill>
              </a:rPr>
              <a:t>核心功能模块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传感器管理：注册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 / 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注销加速度计和陀螺仪监听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数据采集控制：开始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 / 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停止采集逻辑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数据存储：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CSV 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格式转换与文件保存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3775710" y="1771650"/>
            <a:ext cx="7622540" cy="3762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bg1">
                    <a:lumMod val="10000"/>
                  </a:schemeClr>
                </a:solidFill>
              </a:rPr>
              <a:t>训练端实现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数据加载与预处理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滑动窗口数据准备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MobileViT 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模型定义与训练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n-US" altLang="zh-CN" sz="2400">
                <a:solidFill>
                  <a:schemeClr val="bg1">
                    <a:lumMod val="10000"/>
                  </a:schemeClr>
                </a:solidFill>
                <a:sym typeface="+mn-ea"/>
              </a:rPr>
              <a:t>CNN-Transformer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  <a:sym typeface="+mn-ea"/>
              </a:rPr>
              <a:t>模型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混合精度加速训练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模型格式转换与导出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3550285" y="1864360"/>
            <a:ext cx="8074660" cy="3762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bg1">
                    <a:lumMod val="10000"/>
                  </a:schemeClr>
                </a:solidFill>
              </a:rPr>
              <a:t>train_transformer.py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 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特点：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使用混合精度加速（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torch.cuda.amp.GradScaler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）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导出为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 ONNX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格式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针对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 3 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轴加速度数据优化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3775710" y="1771650"/>
            <a:ext cx="7622540" cy="3762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bg1">
                    <a:lumMod val="10000"/>
                  </a:schemeClr>
                </a:solidFill>
              </a:rPr>
              <a:t>train.py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 </a:t>
            </a:r>
            <a:endParaRPr lang="en-US" altLang="zh-CN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特点：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无混合精度加速（基础训练流程）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导出为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 ONNX 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格式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针对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 9 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轴融合信号优化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6211570" y="2139950"/>
            <a:ext cx="4751070" cy="63055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211570" y="2809362"/>
            <a:ext cx="4751070" cy="131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6000" dirty="0" err="1">
                <a:solidFill>
                  <a:schemeClr val="accent4"/>
                </a:solidFill>
                <a:ea typeface="OPPOSans L" panose="00020600040101010101" charset="-122"/>
                <a:cs typeface="OPPOSans L" panose="00020600040101010101" charset="-122"/>
              </a:rPr>
              <a:t>存在问题</a:t>
            </a:r>
            <a:r>
              <a:rPr lang="en-US" altLang="zh-CN" sz="6000" dirty="0">
                <a:solidFill>
                  <a:schemeClr val="accent4"/>
                </a:solidFill>
                <a:latin typeface="OPPOSans R" panose="00020600040101010101" charset="-122"/>
                <a:ea typeface="OPPOSans R" panose="00020600040101010101" charset="-122"/>
                <a:cs typeface="思源黑体 Regular" panose="020B0500000000000000" charset="-122"/>
              </a:rPr>
              <a:t> </a:t>
            </a:r>
            <a:endParaRPr lang="en-US" altLang="zh-CN" sz="6000" dirty="0">
              <a:solidFill>
                <a:schemeClr val="accent4"/>
              </a:solidFill>
              <a:latin typeface="OPPOSans R" panose="00020600040101010101" charset="-122"/>
              <a:ea typeface="OPPOSans R" panose="00020600040101010101" charset="-122"/>
              <a:cs typeface="思源黑体 Regular" panose="020B0500000000000000" charset="-122"/>
            </a:endParaRPr>
          </a:p>
        </p:txBody>
      </p:sp>
      <p:pic>
        <p:nvPicPr>
          <p:cNvPr id="11" name="图片 10" descr="tape-145367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3000000">
            <a:off x="8285480" y="1600200"/>
            <a:ext cx="3056890" cy="1528445"/>
          </a:xfrm>
          <a:prstGeom prst="rect">
            <a:avLst/>
          </a:prstGeom>
        </p:spPr>
      </p:pic>
      <p:pic>
        <p:nvPicPr>
          <p:cNvPr id="17" name="图形 16" descr="undraw_phone_call_re_hx6a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049" r="10198"/>
          <a:stretch>
            <a:fillRect/>
          </a:stretch>
        </p:blipFill>
        <p:spPr>
          <a:xfrm>
            <a:off x="1621790" y="2583180"/>
            <a:ext cx="4694555" cy="3230245"/>
          </a:xfrm>
          <a:prstGeom prst="rect">
            <a:avLst/>
          </a:prstGeom>
          <a:effectLst>
            <a:outerShdw blurRad="203200" dist="1016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5" name="文本框 4"/>
          <p:cNvSpPr txBox="1"/>
          <p:nvPr/>
        </p:nvSpPr>
        <p:spPr>
          <a:xfrm>
            <a:off x="1825625" y="680085"/>
            <a:ext cx="7171690" cy="1207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800">
                <a:solidFill>
                  <a:schemeClr val="accent4"/>
                </a:solidFill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r>
              <a:rPr lang="en-US" altLang="zh-CN" dirty="0"/>
              <a:t>PART-3 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 flipH="1">
            <a:off x="1637030" y="978535"/>
            <a:ext cx="76200" cy="7607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931910" y="5530850"/>
            <a:ext cx="24663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>
                <a:solidFill>
                  <a:schemeClr val="accent5"/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rPr>
              <a:t>汇报人：</a:t>
            </a:r>
            <a:r>
              <a:rPr lang="zh-CN" altLang="en-US" sz="1600" dirty="0">
                <a:solidFill>
                  <a:schemeClr val="accent5"/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  <a:sym typeface="+mn-ea"/>
              </a:rPr>
              <a:t>OfficePLUS</a:t>
            </a:r>
            <a:endParaRPr lang="zh-CN" altLang="en-US" sz="1600" dirty="0">
              <a:solidFill>
                <a:schemeClr val="accent5"/>
              </a:solidFill>
              <a:latin typeface="OPPOSans L" panose="00020600040101010101" charset="-122"/>
              <a:ea typeface="OPPOSans L" panose="00020600040101010101" charset="-122"/>
              <a:cs typeface="OPPOSans L" panose="00020600040101010101" charset="-122"/>
              <a:sym typeface="+mn-ea"/>
            </a:endParaRPr>
          </a:p>
          <a:p>
            <a:endParaRPr lang="zh-CN" altLang="en-US" sz="1600" dirty="0">
              <a:solidFill>
                <a:schemeClr val="accent5"/>
              </a:solidFill>
              <a:latin typeface="OPPOSans L" panose="00020600040101010101" charset="-122"/>
              <a:ea typeface="OPPOSans L" panose="00020600040101010101" charset="-122"/>
              <a:cs typeface="OPPOSans L" panose="0002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3775710" y="1771650"/>
            <a:ext cx="7622540" cy="3762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bg1">
                    <a:lumMod val="10000"/>
                  </a:schemeClr>
                </a:solidFill>
              </a:rPr>
              <a:t>数据采集一致性</a:t>
            </a:r>
            <a:endParaRPr lang="zh-CN" altLang="en-US" sz="2400" b="1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设备位置依赖用户手动控制，可能导致数据偏差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缺少自动校验机制确保采集环境符合标准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 b="1">
                <a:solidFill>
                  <a:schemeClr val="bg1">
                    <a:lumMod val="10000"/>
                  </a:schemeClr>
                </a:solidFill>
              </a:rPr>
              <a:t>权限与存储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外部存储依赖手动创建目录，可能导致保存失败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权限处理不够完善，可能出现文件访问错误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 b="1">
                <a:solidFill>
                  <a:schemeClr val="bg1">
                    <a:lumMod val="10000"/>
                  </a:schemeClr>
                </a:solidFill>
              </a:rPr>
              <a:t>模型部署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多模型切换逻辑简单，未考虑模型加载效率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缺少模型性能评估指标展示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6211570" y="2139950"/>
            <a:ext cx="4751070" cy="63055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211570" y="2787052"/>
            <a:ext cx="475107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6000" dirty="0">
                <a:solidFill>
                  <a:schemeClr val="accent4"/>
                </a:solidFill>
                <a:ea typeface="OPPOSans R" panose="00020600040101010101" charset="-122"/>
                <a:cs typeface="思源黑体 Regular" panose="020B0500000000000000" charset="-122"/>
              </a:rPr>
              <a:t>实现</a:t>
            </a:r>
            <a:r>
              <a:rPr lang="zh-CN" altLang="en-US" sz="6000" dirty="0">
                <a:solidFill>
                  <a:schemeClr val="accent4"/>
                </a:solidFill>
                <a:ea typeface="OPPOSans R" panose="00020600040101010101" charset="-122"/>
                <a:cs typeface="思源黑体 Regular" panose="020B0500000000000000" charset="-122"/>
              </a:rPr>
              <a:t>结果</a:t>
            </a:r>
            <a:endParaRPr lang="zh-CN" altLang="en-US" sz="6000" dirty="0">
              <a:solidFill>
                <a:schemeClr val="accent4"/>
              </a:solidFill>
              <a:ea typeface="OPPOSans R" panose="00020600040101010101" charset="-122"/>
              <a:cs typeface="思源黑体 Regular" panose="020B0500000000000000" charset="-122"/>
            </a:endParaRPr>
          </a:p>
        </p:txBody>
      </p:sp>
      <p:pic>
        <p:nvPicPr>
          <p:cNvPr id="15" name="图形 14" descr="undraw_diary_re_4jpc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97990" y="2437765"/>
            <a:ext cx="3636645" cy="3390900"/>
          </a:xfrm>
          <a:prstGeom prst="rect">
            <a:avLst/>
          </a:prstGeom>
          <a:effectLst>
            <a:outerShdw blurRad="203200" dist="101600" dir="2700000" algn="tl" rotWithShape="0">
              <a:prstClr val="black">
                <a:alpha val="20000"/>
              </a:prstClr>
            </a:outerShdw>
          </a:effectLst>
        </p:spPr>
      </p:pic>
      <p:pic>
        <p:nvPicPr>
          <p:cNvPr id="11" name="图片 10" descr="tape-145367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3000000">
            <a:off x="8285480" y="1600200"/>
            <a:ext cx="3056890" cy="15284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825625" y="680085"/>
            <a:ext cx="7171690" cy="1207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800">
                <a:solidFill>
                  <a:schemeClr val="accent4"/>
                </a:solidFill>
                <a:ea typeface="OPPOSans L" panose="00020600040101010101" charset="-122"/>
                <a:cs typeface="OPPOSans L" panose="00020600040101010101" charset="-122"/>
              </a:defRPr>
            </a:lvl1pPr>
          </a:lstStyle>
          <a:p>
            <a:r>
              <a:rPr lang="en-US" altLang="zh-CN" dirty="0"/>
              <a:t>PART-4 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 flipH="1">
            <a:off x="1637030" y="978535"/>
            <a:ext cx="76200" cy="7607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3775710" y="1547495"/>
            <a:ext cx="7622540" cy="3762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bg1">
                    <a:lumMod val="10000"/>
                  </a:schemeClr>
                </a:solidFill>
              </a:rPr>
              <a:t>功能实现</a:t>
            </a:r>
            <a:endParaRPr lang="zh-CN" altLang="en-US" sz="2400" b="1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成功实现传感器数据实时采集与展示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完成加速度波形图动态绘制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实现数据</a:t>
            </a:r>
            <a:r>
              <a:rPr lang="en-US" altLang="zh-CN" sz="2400">
                <a:solidFill>
                  <a:schemeClr val="bg1">
                    <a:lumMod val="10000"/>
                  </a:schemeClr>
                </a:solidFill>
              </a:rPr>
              <a:t> CSV </a:t>
            </a:r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格式存储功能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 b="1">
                <a:solidFill>
                  <a:schemeClr val="bg1">
                    <a:lumMod val="10000"/>
                  </a:schemeClr>
                </a:solidFill>
              </a:rPr>
              <a:t>数据输出</a:t>
            </a:r>
            <a:endParaRPr lang="zh-CN" altLang="en-US" sz="2400" b="1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包含完整的传感器数据与标签信息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 b="1">
                <a:solidFill>
                  <a:schemeClr val="bg1">
                    <a:lumMod val="10000"/>
                  </a:schemeClr>
                </a:solidFill>
              </a:rPr>
              <a:t>识别能力</a:t>
            </a:r>
            <a:endParaRPr lang="zh-CN" altLang="en-US" sz="2400" b="1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支持多种日常活动识别（行走、慢跑、上下楼梯等）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10000"/>
                  </a:schemeClr>
                </a:solidFill>
              </a:rPr>
              <a:t>针对不同设备位置优化的模型选择</a:t>
            </a:r>
            <a:endParaRPr lang="zh-CN" altLang="en-US" sz="240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0"/>
          <p:cNvPicPr>
            <a:picLocks noChangeAspect="1"/>
          </p:cNvPicPr>
          <p:nvPr/>
        </p:nvPicPr>
        <p:blipFill>
          <a:blip r:embed="rId1"/>
          <a:srcRect t="5657" r="-1831"/>
          <a:stretch>
            <a:fillRect/>
          </a:stretch>
        </p:blipFill>
        <p:spPr>
          <a:xfrm>
            <a:off x="427355" y="315595"/>
            <a:ext cx="3142615" cy="6470015"/>
          </a:xfrm>
          <a:prstGeom prst="rect">
            <a:avLst/>
          </a:prstGeom>
        </p:spPr>
      </p:pic>
      <p:pic>
        <p:nvPicPr>
          <p:cNvPr id="4" name="图片 3" descr="11"/>
          <p:cNvPicPr>
            <a:picLocks noChangeAspect="1"/>
          </p:cNvPicPr>
          <p:nvPr/>
        </p:nvPicPr>
        <p:blipFill>
          <a:blip r:embed="rId2"/>
          <a:srcRect t="5880" r="-165"/>
          <a:stretch>
            <a:fillRect/>
          </a:stretch>
        </p:blipFill>
        <p:spPr>
          <a:xfrm>
            <a:off x="4058920" y="403225"/>
            <a:ext cx="3091180" cy="6454775"/>
          </a:xfrm>
          <a:prstGeom prst="rect">
            <a:avLst/>
          </a:prstGeom>
        </p:spPr>
      </p:pic>
      <p:pic>
        <p:nvPicPr>
          <p:cNvPr id="6" name="图片 5" descr="12"/>
          <p:cNvPicPr>
            <a:picLocks noChangeAspect="1"/>
          </p:cNvPicPr>
          <p:nvPr/>
        </p:nvPicPr>
        <p:blipFill>
          <a:blip r:embed="rId3"/>
          <a:srcRect t="6472" r="-2764"/>
          <a:stretch>
            <a:fillRect/>
          </a:stretch>
        </p:blipFill>
        <p:spPr>
          <a:xfrm>
            <a:off x="7732395" y="403860"/>
            <a:ext cx="3154680" cy="63817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mobileviT训练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870" y="411480"/>
            <a:ext cx="11565255" cy="54032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583180" y="60420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>
                    <a:lumMod val="10000"/>
                  </a:schemeClr>
                </a:solidFill>
              </a:rPr>
              <a:t>mobileViT</a:t>
            </a:r>
            <a:r>
              <a:rPr lang="zh-CN" altLang="en-US">
                <a:solidFill>
                  <a:schemeClr val="bg1">
                    <a:lumMod val="10000"/>
                  </a:schemeClr>
                </a:solidFill>
              </a:rPr>
              <a:t>模型训练</a:t>
            </a:r>
            <a:r>
              <a:rPr lang="en-US" altLang="zh-CN">
                <a:solidFill>
                  <a:schemeClr val="bg1">
                    <a:lumMod val="10000"/>
                  </a:schemeClr>
                </a:solidFill>
              </a:rPr>
              <a:t>UCI-WISDM</a:t>
            </a:r>
            <a:r>
              <a:rPr lang="zh-CN" altLang="en-US">
                <a:solidFill>
                  <a:schemeClr val="bg1">
                    <a:lumMod val="10000"/>
                  </a:schemeClr>
                </a:solidFill>
              </a:rPr>
              <a:t>数据集</a:t>
            </a:r>
            <a:endParaRPr lang="zh-CN" altLang="en-US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nn-transform模型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175" y="240665"/>
            <a:ext cx="11567795" cy="58286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839720" y="6247130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>
                    <a:lumMod val="10000"/>
                  </a:schemeClr>
                </a:solidFill>
              </a:rPr>
              <a:t>CNN-Transformer</a:t>
            </a:r>
            <a:r>
              <a:rPr lang="zh-CN" altLang="en-US">
                <a:solidFill>
                  <a:schemeClr val="bg1">
                    <a:lumMod val="10000"/>
                  </a:schemeClr>
                </a:solidFill>
              </a:rPr>
              <a:t>模型训练</a:t>
            </a:r>
            <a:r>
              <a:rPr lang="en-US" altLang="zh-CN">
                <a:solidFill>
                  <a:schemeClr val="bg1">
                    <a:lumMod val="10000"/>
                  </a:schemeClr>
                </a:solidFill>
              </a:rPr>
              <a:t>UCI-HAR</a:t>
            </a:r>
            <a:r>
              <a:rPr lang="zh-CN" altLang="en-US">
                <a:solidFill>
                  <a:schemeClr val="bg1">
                    <a:lumMod val="10000"/>
                  </a:schemeClr>
                </a:solidFill>
              </a:rPr>
              <a:t>数据集</a:t>
            </a:r>
            <a:endParaRPr lang="zh-CN" altLang="en-US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APP"/>
          <p:cNvPicPr>
            <a:picLocks noChangeAspect="1"/>
          </p:cNvPicPr>
          <p:nvPr/>
        </p:nvPicPr>
        <p:blipFill>
          <a:blip r:embed="rId1"/>
          <a:srcRect t="3935" r="-823" b="2157"/>
          <a:stretch>
            <a:fillRect/>
          </a:stretch>
        </p:blipFill>
        <p:spPr>
          <a:xfrm>
            <a:off x="540385" y="146685"/>
            <a:ext cx="3111500" cy="64401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064000" y="91757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>
                    <a:lumMod val="25000"/>
                  </a:schemeClr>
                </a:solidFill>
              </a:rPr>
              <a:t>人类活动识别</a:t>
            </a:r>
            <a:r>
              <a:rPr lang="en-US" altLang="zh-CN" sz="2400">
                <a:solidFill>
                  <a:schemeClr val="bg1">
                    <a:lumMod val="25000"/>
                  </a:schemeClr>
                </a:solidFill>
              </a:rPr>
              <a:t>APP</a:t>
            </a:r>
            <a:endParaRPr lang="en-US" altLang="zh-CN" sz="240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45915" y="1710055"/>
            <a:ext cx="406400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>
                    <a:lumMod val="25000"/>
                  </a:schemeClr>
                </a:solidFill>
              </a:rPr>
              <a:t>问题总结</a:t>
            </a:r>
            <a:r>
              <a:rPr lang="en-US" altLang="zh-CN" sz="2400">
                <a:solidFill>
                  <a:schemeClr val="bg1">
                    <a:lumMod val="25000"/>
                  </a:schemeClr>
                </a:solidFill>
              </a:rPr>
              <a:t>:</a:t>
            </a:r>
            <a:endParaRPr lang="en-US" altLang="zh-CN" sz="2400">
              <a:solidFill>
                <a:schemeClr val="bg1">
                  <a:lumMod val="25000"/>
                </a:schemeClr>
              </a:solidFill>
            </a:endParaRPr>
          </a:p>
          <a:p>
            <a:r>
              <a:rPr lang="en-US" altLang="zh-CN" sz="2400">
                <a:solidFill>
                  <a:schemeClr val="bg1">
                    <a:lumMod val="25000"/>
                  </a:schemeClr>
                </a:solidFill>
              </a:rPr>
              <a:t>1.</a:t>
            </a:r>
            <a:r>
              <a:rPr lang="zh-CN" altLang="en-US" sz="2400">
                <a:solidFill>
                  <a:schemeClr val="bg1">
                    <a:lumMod val="25000"/>
                  </a:schemeClr>
                </a:solidFill>
              </a:rPr>
              <a:t>识别精度不够</a:t>
            </a:r>
            <a:endParaRPr lang="zh-CN" altLang="en-US" sz="2400">
              <a:solidFill>
                <a:schemeClr val="bg1">
                  <a:lumMod val="25000"/>
                </a:schemeClr>
              </a:solidFill>
            </a:endParaRPr>
          </a:p>
          <a:p>
            <a:r>
              <a:rPr lang="en-US" altLang="zh-CN" sz="2400">
                <a:solidFill>
                  <a:schemeClr val="bg1">
                    <a:lumMod val="25000"/>
                  </a:schemeClr>
                </a:solidFill>
              </a:rPr>
              <a:t>2.</a:t>
            </a:r>
            <a:r>
              <a:rPr lang="zh-CN" altLang="en-US" sz="2400">
                <a:solidFill>
                  <a:schemeClr val="bg1">
                    <a:lumMod val="25000"/>
                  </a:schemeClr>
                </a:solidFill>
              </a:rPr>
              <a:t>上下楼无法精确识别</a:t>
            </a:r>
            <a:endParaRPr lang="zh-CN" altLang="en-US" sz="2400">
              <a:solidFill>
                <a:schemeClr val="bg1">
                  <a:lumMod val="25000"/>
                </a:schemeClr>
              </a:solidFill>
            </a:endParaRPr>
          </a:p>
          <a:p>
            <a:r>
              <a:rPr lang="en-US" altLang="zh-CN" sz="2400">
                <a:solidFill>
                  <a:schemeClr val="bg1">
                    <a:lumMod val="25000"/>
                  </a:schemeClr>
                </a:solidFill>
              </a:rPr>
              <a:t>3.</a:t>
            </a:r>
            <a:r>
              <a:rPr lang="zh-CN" altLang="en-US" sz="2400">
                <a:solidFill>
                  <a:schemeClr val="bg1">
                    <a:lumMod val="25000"/>
                  </a:schemeClr>
                </a:solidFill>
              </a:rPr>
              <a:t>出现部分识别错误</a:t>
            </a:r>
            <a:endParaRPr lang="zh-CN" altLang="en-US" sz="2400">
              <a:solidFill>
                <a:schemeClr val="bg1">
                  <a:lumMod val="25000"/>
                </a:schemeClr>
              </a:solidFill>
            </a:endParaRPr>
          </a:p>
          <a:p>
            <a:r>
              <a:rPr lang="en-US" altLang="zh-CN" sz="2400">
                <a:solidFill>
                  <a:schemeClr val="bg1">
                    <a:lumMod val="25000"/>
                  </a:schemeClr>
                </a:solidFill>
              </a:rPr>
              <a:t>4.</a:t>
            </a:r>
            <a:r>
              <a:rPr lang="zh-CN" altLang="en-US" sz="2400">
                <a:solidFill>
                  <a:schemeClr val="bg1">
                    <a:lumMod val="25000"/>
                  </a:schemeClr>
                </a:solidFill>
              </a:rPr>
              <a:t>自采数据，即手拿模式，由于算子不兼容，数据无法</a:t>
            </a:r>
            <a:r>
              <a:rPr lang="zh-CN" altLang="en-US" sz="2400">
                <a:solidFill>
                  <a:schemeClr val="bg1">
                    <a:lumMod val="25000"/>
                  </a:schemeClr>
                </a:solidFill>
              </a:rPr>
              <a:t>使用</a:t>
            </a:r>
            <a:endParaRPr lang="zh-CN" altLang="en-US" sz="2400">
              <a:solidFill>
                <a:schemeClr val="bg1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形 9" descr="undraw_my_password_re_ydq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50300" y="3740150"/>
            <a:ext cx="2023745" cy="1971040"/>
          </a:xfrm>
          <a:prstGeom prst="rect">
            <a:avLst/>
          </a:prstGeom>
          <a:effectLst>
            <a:outerShdw blurRad="203200" dist="1016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20" name="文本框 19"/>
          <p:cNvSpPr txBox="1"/>
          <p:nvPr/>
        </p:nvSpPr>
        <p:spPr>
          <a:xfrm>
            <a:off x="4224655" y="2583815"/>
            <a:ext cx="965136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5400" dirty="0">
                <a:solidFill>
                  <a:schemeClr val="accent4"/>
                </a:solidFill>
                <a:ea typeface="+mn-lt"/>
                <a:cs typeface="OPPOSans L" panose="00020600040101010101" charset="-122"/>
                <a:sym typeface="+mn-ea"/>
              </a:rPr>
              <a:t>感谢</a:t>
            </a:r>
            <a:r>
              <a:rPr lang="zh-CN" altLang="en-US" sz="5400" dirty="0">
                <a:solidFill>
                  <a:schemeClr val="accent4"/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  <a:sym typeface="+mn-ea"/>
              </a:rPr>
              <a:t>聆听！</a:t>
            </a:r>
            <a:r>
              <a:rPr lang="en-US" altLang="zh-CN" sz="5400" dirty="0">
                <a:solidFill>
                  <a:schemeClr val="accent4"/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  <a:sym typeface="+mn-ea"/>
              </a:rPr>
              <a:t> </a:t>
            </a:r>
            <a:endParaRPr lang="en-US" altLang="zh-CN" sz="5400" dirty="0">
              <a:solidFill>
                <a:schemeClr val="accent4"/>
              </a:solidFill>
              <a:latin typeface="OPPOSans L" panose="00020600040101010101" charset="-122"/>
              <a:ea typeface="OPPOSans L" panose="00020600040101010101" charset="-122"/>
              <a:cs typeface="OPPOSans L" panose="00020600040101010101" charset="-122"/>
              <a:sym typeface="+mn-ea"/>
            </a:endParaRPr>
          </a:p>
        </p:txBody>
      </p:sp>
      <p:pic>
        <p:nvPicPr>
          <p:cNvPr id="16" name="图形 15" descr="undraw_portfolio_website_re_jsdd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245235" y="1139825"/>
            <a:ext cx="2332355" cy="1564640"/>
          </a:xfrm>
          <a:prstGeom prst="rect">
            <a:avLst/>
          </a:prstGeom>
          <a:effectLst>
            <a:outerShdw blurRad="203200" dist="1016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5" name="矩形 4"/>
          <p:cNvSpPr/>
          <p:nvPr/>
        </p:nvSpPr>
        <p:spPr>
          <a:xfrm>
            <a:off x="1245235" y="5164455"/>
            <a:ext cx="2332355" cy="5467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 rot="540000">
            <a:off x="8733155" y="653415"/>
            <a:ext cx="4686300" cy="1557020"/>
            <a:chOff x="12808" y="83"/>
            <a:chExt cx="8827" cy="2732"/>
          </a:xfrm>
        </p:grpSpPr>
        <p:cxnSp>
          <p:nvCxnSpPr>
            <p:cNvPr id="6" name="直接连接符 5"/>
            <p:cNvCxnSpPr/>
            <p:nvPr/>
          </p:nvCxnSpPr>
          <p:spPr>
            <a:xfrm flipH="1">
              <a:off x="12808" y="83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>
              <a:off x="12903" y="718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H="1">
              <a:off x="13005" y="1392"/>
              <a:ext cx="8630" cy="142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 descr="tape-14536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alphaModFix amt="40000"/>
          </a:blip>
          <a:stretch>
            <a:fillRect/>
          </a:stretch>
        </p:blipFill>
        <p:spPr>
          <a:xfrm rot="3120000">
            <a:off x="12065" y="4385945"/>
            <a:ext cx="2515235" cy="125793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407,&quot;width&quot;:4814}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8.xml><?xml version="1.0" encoding="utf-8"?>
<p:tagLst xmlns:p="http://schemas.openxmlformats.org/presentationml/2006/main">
  <p:tag name="KSO_WM_UNIT_PLACING_PICTURE_USER_VIEWPORT" val="{&quot;height&quot;:2407,&quot;width&quot;:4814}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5.xml><?xml version="1.0" encoding="utf-8"?>
<p:tagLst xmlns:p="http://schemas.openxmlformats.org/presentationml/2006/main">
  <p:tag name="KSO_WM_UNIT_PLACING_PICTURE_USER_VIEWPORT" val="{&quot;height&quot;:2407,&quot;width&quot;:4814}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2.xml><?xml version="1.0" encoding="utf-8"?>
<p:tagLst xmlns:p="http://schemas.openxmlformats.org/presentationml/2006/main">
  <p:tag name="KSO_WM_UNIT_PLACING_PICTURE_USER_VIEWPORT" val="{&quot;height&quot;:2407,&quot;width&quot;:4814}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9.xml><?xml version="1.0" encoding="utf-8"?>
<p:tagLst xmlns:p="http://schemas.openxmlformats.org/presentationml/2006/main">
  <p:tag name="KSO_WM_UNIT_PLACING_PICTURE_USER_VIEWPORT" val="{&quot;height&quot;:2407,&quot;width&quot;:4814}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36.xml><?xml version="1.0" encoding="utf-8"?>
<p:tagLst xmlns:p="http://schemas.openxmlformats.org/presentationml/2006/main">
  <p:tag name="KSO_WM_UNIT_PLACING_PICTURE_USER_VIEWPORT" val="{&quot;height&quot;:2407,&quot;width&quot;:4814}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43.xml><?xml version="1.0" encoding="utf-8"?>
<p:tagLst xmlns:p="http://schemas.openxmlformats.org/presentationml/2006/main">
  <p:tag name="KSO_WM_UNIT_PLACING_PICTURE_USER_VIEWPORT" val="{&quot;height&quot;:2407,&quot;width&quot;:4814}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50.xml><?xml version="1.0" encoding="utf-8"?>
<p:tagLst xmlns:p="http://schemas.openxmlformats.org/presentationml/2006/main">
  <p:tag name="KSO_WM_UNIT_PLACING_PICTURE_USER_VIEWPORT" val="{&quot;height&quot;:2407,&quot;width&quot;:4814}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57.xml><?xml version="1.0" encoding="utf-8"?>
<p:tagLst xmlns:p="http://schemas.openxmlformats.org/presentationml/2006/main">
  <p:tag name="KSO_WM_UNIT_PLACING_PICTURE_USER_VIEWPORT" val="{&quot;height&quot;:2407,&quot;width&quot;:4814}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4.xml><?xml version="1.0" encoding="utf-8"?>
<p:tagLst xmlns:p="http://schemas.openxmlformats.org/presentationml/2006/main">
  <p:tag name="KSO_WM_UNIT_PLACING_PICTURE_USER_VIEWPORT" val="{&quot;height&quot;:2407,&quot;width&quot;:4814}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71.xml><?xml version="1.0" encoding="utf-8"?>
<p:tagLst xmlns:p="http://schemas.openxmlformats.org/presentationml/2006/main">
  <p:tag name="KSO_WM_DIAGRAM_VIRTUALLY_FRAME" val="{&quot;height&quot;:288.15,&quot;left&quot;:119,&quot;top&quot;:155.6,&quot;width&quot;:335.15}"/>
</p:tagLst>
</file>

<file path=ppt/tags/tag72.xml><?xml version="1.0" encoding="utf-8"?>
<p:tagLst xmlns:p="http://schemas.openxmlformats.org/presentationml/2006/main">
  <p:tag name="KSO_WM_DIAGRAM_VIRTUALLY_FRAME" val="{&quot;height&quot;:288.15,&quot;left&quot;:119,&quot;top&quot;:155.6,&quot;width&quot;:335.15}"/>
</p:tagLst>
</file>

<file path=ppt/tags/tag73.xml><?xml version="1.0" encoding="utf-8"?>
<p:tagLst xmlns:p="http://schemas.openxmlformats.org/presentationml/2006/main">
  <p:tag name="KSO_WM_DIAGRAM_VIRTUALLY_FRAME" val="{&quot;height&quot;:288.15,&quot;left&quot;:119,&quot;top&quot;:155.6,&quot;width&quot;:335.15}"/>
</p:tagLst>
</file>

<file path=ppt/tags/tag74.xml><?xml version="1.0" encoding="utf-8"?>
<p:tagLst xmlns:p="http://schemas.openxmlformats.org/presentationml/2006/main">
  <p:tag name="KSO_WM_DIAGRAM_VIRTUALLY_FRAME" val="{&quot;height&quot;:288.15,&quot;left&quot;:119,&quot;top&quot;:155.6,&quot;width&quot;:335.15}"/>
</p:tagLst>
</file>

<file path=ppt/tags/tag75.xml><?xml version="1.0" encoding="utf-8"?>
<p:tagLst xmlns:p="http://schemas.openxmlformats.org/presentationml/2006/main">
  <p:tag name="KSO_WM_DIAGRAM_VIRTUALLY_FRAME" val="{&quot;height&quot;:288.15,&quot;left&quot;:119,&quot;top&quot;:155.6,&quot;width&quot;:335.15}"/>
</p:tagLst>
</file>

<file path=ppt/tags/tag76.xml><?xml version="1.0" encoding="utf-8"?>
<p:tagLst xmlns:p="http://schemas.openxmlformats.org/presentationml/2006/main">
  <p:tag name="KSO_WM_DIAGRAM_VIRTUALLY_FRAME" val="{&quot;height&quot;:288.15,&quot;left&quot;:119,&quot;top&quot;:155.6,&quot;width&quot;:335.15}"/>
</p:tagLst>
</file>

<file path=ppt/tags/tag77.xml><?xml version="1.0" encoding="utf-8"?>
<p:tagLst xmlns:p="http://schemas.openxmlformats.org/presentationml/2006/main">
  <p:tag name="KSO_WM_DIAGRAM_VIRTUALLY_FRAME" val="{&quot;height&quot;:288.15,&quot;left&quot;:119,&quot;top&quot;:155.6,&quot;width&quot;:335.15}"/>
</p:tagLst>
</file>

<file path=ppt/tags/tag78.xml><?xml version="1.0" encoding="utf-8"?>
<p:tagLst xmlns:p="http://schemas.openxmlformats.org/presentationml/2006/main">
  <p:tag name="KSO_WM_DIAGRAM_VIRTUALLY_FRAME" val="{&quot;height&quot;:288.15,&quot;left&quot;:119,&quot;top&quot;:155.6,&quot;width&quot;:335.15}"/>
</p:tagLst>
</file>

<file path=ppt/tags/tag79.xml><?xml version="1.0" encoding="utf-8"?>
<p:tagLst xmlns:p="http://schemas.openxmlformats.org/presentationml/2006/main">
  <p:tag name="KSO_WM_UNIT_PLACING_PICTURE_USER_VIEWPORT" val="{&quot;height&quot;:2407,&quot;width&quot;:4814}"/>
</p:tagLst>
</file>

<file path=ppt/theme/theme1.xml><?xml version="1.0" encoding="utf-8"?>
<a:theme xmlns:a="http://schemas.openxmlformats.org/drawingml/2006/main" name="1_Office 主题​​">
  <a:themeElements>
    <a:clrScheme name="自定义 4">
      <a:dk1>
        <a:srgbClr val="FFFFFF"/>
      </a:dk1>
      <a:lt1>
        <a:srgbClr val="EFEFEF"/>
      </a:lt1>
      <a:dk2>
        <a:srgbClr val="FFFFFF"/>
      </a:dk2>
      <a:lt2>
        <a:srgbClr val="EFEFEF"/>
      </a:lt2>
      <a:accent1>
        <a:srgbClr val="86C1C1"/>
      </a:accent1>
      <a:accent2>
        <a:srgbClr val="FFFFFF"/>
      </a:accent2>
      <a:accent3>
        <a:srgbClr val="000000"/>
      </a:accent3>
      <a:accent4>
        <a:srgbClr val="363636"/>
      </a:accent4>
      <a:accent5>
        <a:srgbClr val="6C6C6C"/>
      </a:accent5>
      <a:accent6>
        <a:srgbClr val="F1F0EB"/>
      </a:accent6>
      <a:hlink>
        <a:srgbClr val="F1F0EB"/>
      </a:hlink>
      <a:folHlink>
        <a:srgbClr val="F1F0EB"/>
      </a:folHlink>
    </a:clrScheme>
    <a:fontScheme name="自定义 2">
      <a:majorFont>
        <a:latin typeface="OPPOSans R"/>
        <a:ea typeface="OPPOSans R"/>
        <a:cs typeface=""/>
      </a:majorFont>
      <a:minorFont>
        <a:latin typeface="OPPOSans L"/>
        <a:ea typeface="OPPOSans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自定义 4">
      <a:dk1>
        <a:srgbClr val="FFFFFF"/>
      </a:dk1>
      <a:lt1>
        <a:srgbClr val="EFEFEF"/>
      </a:lt1>
      <a:dk2>
        <a:srgbClr val="FFFFFF"/>
      </a:dk2>
      <a:lt2>
        <a:srgbClr val="EFEFEF"/>
      </a:lt2>
      <a:accent1>
        <a:srgbClr val="86C1C1"/>
      </a:accent1>
      <a:accent2>
        <a:srgbClr val="FFFFFF"/>
      </a:accent2>
      <a:accent3>
        <a:srgbClr val="000000"/>
      </a:accent3>
      <a:accent4>
        <a:srgbClr val="363636"/>
      </a:accent4>
      <a:accent5>
        <a:srgbClr val="6C6C6C"/>
      </a:accent5>
      <a:accent6>
        <a:srgbClr val="F1F0EB"/>
      </a:accent6>
      <a:hlink>
        <a:srgbClr val="F1F0EB"/>
      </a:hlink>
      <a:folHlink>
        <a:srgbClr val="F1F0EB"/>
      </a:folHlink>
    </a:clrScheme>
    <a:fontScheme name="自定义 2">
      <a:majorFont>
        <a:latin typeface="OPPOSans R"/>
        <a:ea typeface="OPPOSans R"/>
        <a:cs typeface=""/>
      </a:majorFont>
      <a:minorFont>
        <a:latin typeface="OPPOSans L"/>
        <a:ea typeface="OPPOSans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自定义 4">
      <a:dk1>
        <a:srgbClr val="FFFFFF"/>
      </a:dk1>
      <a:lt1>
        <a:srgbClr val="EFEFEF"/>
      </a:lt1>
      <a:dk2>
        <a:srgbClr val="FFFFFF"/>
      </a:dk2>
      <a:lt2>
        <a:srgbClr val="EFEFEF"/>
      </a:lt2>
      <a:accent1>
        <a:srgbClr val="86C1C1"/>
      </a:accent1>
      <a:accent2>
        <a:srgbClr val="FFFFFF"/>
      </a:accent2>
      <a:accent3>
        <a:srgbClr val="000000"/>
      </a:accent3>
      <a:accent4>
        <a:srgbClr val="363636"/>
      </a:accent4>
      <a:accent5>
        <a:srgbClr val="6C6C6C"/>
      </a:accent5>
      <a:accent6>
        <a:srgbClr val="F1F0EB"/>
      </a:accent6>
      <a:hlink>
        <a:srgbClr val="F1F0EB"/>
      </a:hlink>
      <a:folHlink>
        <a:srgbClr val="F1F0EB"/>
      </a:folHlink>
    </a:clrScheme>
    <a:fontScheme name="自定义 2">
      <a:majorFont>
        <a:latin typeface="OPPOSans R"/>
        <a:ea typeface="OPPOSans R"/>
        <a:cs typeface=""/>
      </a:majorFont>
      <a:minorFont>
        <a:latin typeface="OPPOSans L"/>
        <a:ea typeface="OPPOSans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主题​​">
  <a:themeElements>
    <a:clrScheme name="自定义 4">
      <a:dk1>
        <a:srgbClr val="FFFFFF"/>
      </a:dk1>
      <a:lt1>
        <a:srgbClr val="EFEFEF"/>
      </a:lt1>
      <a:dk2>
        <a:srgbClr val="FFFFFF"/>
      </a:dk2>
      <a:lt2>
        <a:srgbClr val="EFEFEF"/>
      </a:lt2>
      <a:accent1>
        <a:srgbClr val="86C1C1"/>
      </a:accent1>
      <a:accent2>
        <a:srgbClr val="FFFFFF"/>
      </a:accent2>
      <a:accent3>
        <a:srgbClr val="000000"/>
      </a:accent3>
      <a:accent4>
        <a:srgbClr val="363636"/>
      </a:accent4>
      <a:accent5>
        <a:srgbClr val="6C6C6C"/>
      </a:accent5>
      <a:accent6>
        <a:srgbClr val="F1F0EB"/>
      </a:accent6>
      <a:hlink>
        <a:srgbClr val="F1F0EB"/>
      </a:hlink>
      <a:folHlink>
        <a:srgbClr val="F1F0EB"/>
      </a:folHlink>
    </a:clrScheme>
    <a:fontScheme name="自定义 2">
      <a:majorFont>
        <a:latin typeface="OPPOSans R"/>
        <a:ea typeface="OPPOSans R"/>
        <a:cs typeface=""/>
      </a:majorFont>
      <a:minorFont>
        <a:latin typeface="OPPOSans L"/>
        <a:ea typeface="OPPOSans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主题​​">
  <a:themeElements>
    <a:clrScheme name="自定义 4">
      <a:dk1>
        <a:srgbClr val="FFFFFF"/>
      </a:dk1>
      <a:lt1>
        <a:srgbClr val="EFEFEF"/>
      </a:lt1>
      <a:dk2>
        <a:srgbClr val="FFFFFF"/>
      </a:dk2>
      <a:lt2>
        <a:srgbClr val="EFEFEF"/>
      </a:lt2>
      <a:accent1>
        <a:srgbClr val="86C1C1"/>
      </a:accent1>
      <a:accent2>
        <a:srgbClr val="FFFFFF"/>
      </a:accent2>
      <a:accent3>
        <a:srgbClr val="000000"/>
      </a:accent3>
      <a:accent4>
        <a:srgbClr val="363636"/>
      </a:accent4>
      <a:accent5>
        <a:srgbClr val="6C6C6C"/>
      </a:accent5>
      <a:accent6>
        <a:srgbClr val="F1F0EB"/>
      </a:accent6>
      <a:hlink>
        <a:srgbClr val="F1F0EB"/>
      </a:hlink>
      <a:folHlink>
        <a:srgbClr val="F1F0EB"/>
      </a:folHlink>
    </a:clrScheme>
    <a:fontScheme name="自定义 2">
      <a:majorFont>
        <a:latin typeface="OPPOSans R"/>
        <a:ea typeface="OPPOSans R"/>
        <a:cs typeface=""/>
      </a:majorFont>
      <a:minorFont>
        <a:latin typeface="OPPOSans L"/>
        <a:ea typeface="OPPOSans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主题​​">
  <a:themeElements>
    <a:clrScheme name="自定义 4">
      <a:dk1>
        <a:srgbClr val="FFFFFF"/>
      </a:dk1>
      <a:lt1>
        <a:srgbClr val="EFEFEF"/>
      </a:lt1>
      <a:dk2>
        <a:srgbClr val="FFFFFF"/>
      </a:dk2>
      <a:lt2>
        <a:srgbClr val="EFEFEF"/>
      </a:lt2>
      <a:accent1>
        <a:srgbClr val="86C1C1"/>
      </a:accent1>
      <a:accent2>
        <a:srgbClr val="FFFFFF"/>
      </a:accent2>
      <a:accent3>
        <a:srgbClr val="000000"/>
      </a:accent3>
      <a:accent4>
        <a:srgbClr val="363636"/>
      </a:accent4>
      <a:accent5>
        <a:srgbClr val="6C6C6C"/>
      </a:accent5>
      <a:accent6>
        <a:srgbClr val="F1F0EB"/>
      </a:accent6>
      <a:hlink>
        <a:srgbClr val="F1F0EB"/>
      </a:hlink>
      <a:folHlink>
        <a:srgbClr val="F1F0EB"/>
      </a:folHlink>
    </a:clrScheme>
    <a:fontScheme name="自定义 2">
      <a:majorFont>
        <a:latin typeface="OPPOSans R"/>
        <a:ea typeface="OPPOSans R"/>
        <a:cs typeface=""/>
      </a:majorFont>
      <a:minorFont>
        <a:latin typeface="OPPOSans L"/>
        <a:ea typeface="OPPOSans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Office 主题​​">
  <a:themeElements>
    <a:clrScheme name="自定义 4">
      <a:dk1>
        <a:srgbClr val="FFFFFF"/>
      </a:dk1>
      <a:lt1>
        <a:srgbClr val="EFEFEF"/>
      </a:lt1>
      <a:dk2>
        <a:srgbClr val="FFFFFF"/>
      </a:dk2>
      <a:lt2>
        <a:srgbClr val="EFEFEF"/>
      </a:lt2>
      <a:accent1>
        <a:srgbClr val="86C1C1"/>
      </a:accent1>
      <a:accent2>
        <a:srgbClr val="FFFFFF"/>
      </a:accent2>
      <a:accent3>
        <a:srgbClr val="000000"/>
      </a:accent3>
      <a:accent4>
        <a:srgbClr val="363636"/>
      </a:accent4>
      <a:accent5>
        <a:srgbClr val="6C6C6C"/>
      </a:accent5>
      <a:accent6>
        <a:srgbClr val="F1F0EB"/>
      </a:accent6>
      <a:hlink>
        <a:srgbClr val="F1F0EB"/>
      </a:hlink>
      <a:folHlink>
        <a:srgbClr val="F1F0EB"/>
      </a:folHlink>
    </a:clrScheme>
    <a:fontScheme name="自定义 2">
      <a:majorFont>
        <a:latin typeface="OPPOSans R"/>
        <a:ea typeface="OPPOSans R"/>
        <a:cs typeface=""/>
      </a:majorFont>
      <a:minorFont>
        <a:latin typeface="OPPOSans L"/>
        <a:ea typeface="OPPOSans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Office 主题​​">
  <a:themeElements>
    <a:clrScheme name="自定义 4">
      <a:dk1>
        <a:srgbClr val="FFFFFF"/>
      </a:dk1>
      <a:lt1>
        <a:srgbClr val="EFEFEF"/>
      </a:lt1>
      <a:dk2>
        <a:srgbClr val="FFFFFF"/>
      </a:dk2>
      <a:lt2>
        <a:srgbClr val="EFEFEF"/>
      </a:lt2>
      <a:accent1>
        <a:srgbClr val="86C1C1"/>
      </a:accent1>
      <a:accent2>
        <a:srgbClr val="FFFFFF"/>
      </a:accent2>
      <a:accent3>
        <a:srgbClr val="000000"/>
      </a:accent3>
      <a:accent4>
        <a:srgbClr val="363636"/>
      </a:accent4>
      <a:accent5>
        <a:srgbClr val="6C6C6C"/>
      </a:accent5>
      <a:accent6>
        <a:srgbClr val="F1F0EB"/>
      </a:accent6>
      <a:hlink>
        <a:srgbClr val="F1F0EB"/>
      </a:hlink>
      <a:folHlink>
        <a:srgbClr val="F1F0EB"/>
      </a:folHlink>
    </a:clrScheme>
    <a:fontScheme name="自定义 2">
      <a:majorFont>
        <a:latin typeface="OPPOSans R"/>
        <a:ea typeface="OPPOSans R"/>
        <a:cs typeface=""/>
      </a:majorFont>
      <a:minorFont>
        <a:latin typeface="OPPOSans L"/>
        <a:ea typeface="OPPOSans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Office 主题​​">
  <a:themeElements>
    <a:clrScheme name="自定义 4">
      <a:dk1>
        <a:srgbClr val="FFFFFF"/>
      </a:dk1>
      <a:lt1>
        <a:srgbClr val="EFEFEF"/>
      </a:lt1>
      <a:dk2>
        <a:srgbClr val="FFFFFF"/>
      </a:dk2>
      <a:lt2>
        <a:srgbClr val="EFEFEF"/>
      </a:lt2>
      <a:accent1>
        <a:srgbClr val="86C1C1"/>
      </a:accent1>
      <a:accent2>
        <a:srgbClr val="FFFFFF"/>
      </a:accent2>
      <a:accent3>
        <a:srgbClr val="000000"/>
      </a:accent3>
      <a:accent4>
        <a:srgbClr val="363636"/>
      </a:accent4>
      <a:accent5>
        <a:srgbClr val="6C6C6C"/>
      </a:accent5>
      <a:accent6>
        <a:srgbClr val="F1F0EB"/>
      </a:accent6>
      <a:hlink>
        <a:srgbClr val="F1F0EB"/>
      </a:hlink>
      <a:folHlink>
        <a:srgbClr val="F1F0EB"/>
      </a:folHlink>
    </a:clrScheme>
    <a:fontScheme name="自定义 2">
      <a:majorFont>
        <a:latin typeface="OPPOSans R"/>
        <a:ea typeface="OPPOSans R"/>
        <a:cs typeface=""/>
      </a:majorFont>
      <a:minorFont>
        <a:latin typeface="OPPOSans L"/>
        <a:ea typeface="OPPOSans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Office 主题​​">
  <a:themeElements>
    <a:clrScheme name="自定义 4">
      <a:dk1>
        <a:srgbClr val="FFFFFF"/>
      </a:dk1>
      <a:lt1>
        <a:srgbClr val="EFEFEF"/>
      </a:lt1>
      <a:dk2>
        <a:srgbClr val="FFFFFF"/>
      </a:dk2>
      <a:lt2>
        <a:srgbClr val="EFEFEF"/>
      </a:lt2>
      <a:accent1>
        <a:srgbClr val="86C1C1"/>
      </a:accent1>
      <a:accent2>
        <a:srgbClr val="FFFFFF"/>
      </a:accent2>
      <a:accent3>
        <a:srgbClr val="000000"/>
      </a:accent3>
      <a:accent4>
        <a:srgbClr val="363636"/>
      </a:accent4>
      <a:accent5>
        <a:srgbClr val="6C6C6C"/>
      </a:accent5>
      <a:accent6>
        <a:srgbClr val="F1F0EB"/>
      </a:accent6>
      <a:hlink>
        <a:srgbClr val="F1F0EB"/>
      </a:hlink>
      <a:folHlink>
        <a:srgbClr val="F1F0EB"/>
      </a:folHlink>
    </a:clrScheme>
    <a:fontScheme name="自定义 2">
      <a:majorFont>
        <a:latin typeface="OPPOSans R"/>
        <a:ea typeface="OPPOSans R"/>
        <a:cs typeface=""/>
      </a:majorFont>
      <a:minorFont>
        <a:latin typeface="OPPOSans L"/>
        <a:ea typeface="OPPOSans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WPS 演示</Application>
  <PresentationFormat>宽屏</PresentationFormat>
  <Paragraphs>121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21</vt:i4>
      </vt:variant>
    </vt:vector>
  </HeadingPairs>
  <TitlesOfParts>
    <vt:vector size="46" baseType="lpstr">
      <vt:lpstr>Arial</vt:lpstr>
      <vt:lpstr>宋体</vt:lpstr>
      <vt:lpstr>Wingdings</vt:lpstr>
      <vt:lpstr>思源黑体 Regular</vt:lpstr>
      <vt:lpstr>黑体</vt:lpstr>
      <vt:lpstr>Wingdings</vt:lpstr>
      <vt:lpstr>OPPOSans L</vt:lpstr>
      <vt:lpstr>OPPOSans R</vt:lpstr>
      <vt:lpstr>思源黑体 Light</vt:lpstr>
      <vt:lpstr>Segoe UI Light</vt:lpstr>
      <vt:lpstr>微软雅黑</vt:lpstr>
      <vt:lpstr>Arial Unicode MS</vt:lpstr>
      <vt:lpstr>Calibri</vt:lpstr>
      <vt:lpstr>OPPOSans L</vt:lpstr>
      <vt:lpstr>Segoe Print</vt:lpstr>
      <vt:lpstr>1_Office 主题​​</vt:lpstr>
      <vt:lpstr>2_Office 主题​​</vt:lpstr>
      <vt:lpstr>3_Office 主题​​</vt:lpstr>
      <vt:lpstr>4_Office 主题​​</vt:lpstr>
      <vt:lpstr>5_Office 主题​​</vt:lpstr>
      <vt:lpstr>6_Office 主题​​</vt:lpstr>
      <vt:lpstr>7_Office 主题​​</vt:lpstr>
      <vt:lpstr>8_Office 主题​​</vt:lpstr>
      <vt:lpstr>9_Office 主题​​</vt:lpstr>
      <vt:lpstr>10_Office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曾振勰</dc:creator>
  <cp:lastModifiedBy>冯欣屿</cp:lastModifiedBy>
  <cp:revision>202</cp:revision>
  <dcterms:created xsi:type="dcterms:W3CDTF">2019-06-19T02:08:00Z</dcterms:created>
  <dcterms:modified xsi:type="dcterms:W3CDTF">2026-06-27T12:47:53Z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501BF428D95649A9AE0ECE03E77A3E7A_13</vt:lpwstr>
  </property>
</Properties>
</file>